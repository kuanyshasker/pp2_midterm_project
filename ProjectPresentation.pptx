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032ae8cad14723" /><Relationship Type="http://schemas.openxmlformats.org/officeDocument/2006/relationships/extended-properties" Target="/docProps/app.xml" Id="R0ed97a58753a4507" /><Relationship Type="http://schemas.openxmlformats.org/officeDocument/2006/relationships/officeDocument" Target="/ppt/presentation.xml" Id="R9733f1edab5c48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819a9187f85403a"/>
  </p:sldMasterIdLst>
  <p:notesMasterIdLst>
    <p:notesMasterId xmlns:r="http://schemas.openxmlformats.org/officeDocument/2006/relationships" r:id="R55ec587156094251"/>
  </p:notesMasterIdLst>
  <p:sldIdLst>
    <p:sldId xmlns:r="http://schemas.openxmlformats.org/officeDocument/2006/relationships" id="256" r:id="Ra379f7cc35404b42"/>
    <p:sldId xmlns:r="http://schemas.openxmlformats.org/officeDocument/2006/relationships" id="257" r:id="Rc05fbc2980b847ee"/>
    <p:sldId xmlns:r="http://schemas.openxmlformats.org/officeDocument/2006/relationships" id="258" r:id="R6554141350924ae9"/>
    <p:sldId xmlns:r="http://schemas.openxmlformats.org/officeDocument/2006/relationships" id="259" r:id="R8b765c674db84267"/>
    <p:sldId xmlns:r="http://schemas.openxmlformats.org/officeDocument/2006/relationships" id="260" r:id="R493dd257ce284310"/>
    <p:sldId xmlns:r="http://schemas.openxmlformats.org/officeDocument/2006/relationships" id="261" r:id="R01ddb9bd9767406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2cf6bad879149a1" /><Relationship Type="http://schemas.openxmlformats.org/officeDocument/2006/relationships/slideMaster" Target="/ppt/slideMasters/slideMaster1.xml" Id="Ra819a9187f85403a" /><Relationship Type="http://schemas.openxmlformats.org/officeDocument/2006/relationships/notesMaster" Target="/ppt/notesMasters/notesMaster1.xml" Id="R55ec587156094251" /><Relationship Type="http://schemas.openxmlformats.org/officeDocument/2006/relationships/presProps" Target="/ppt/presProps.xml" Id="R7fbabae75f2f425e" /><Relationship Type="http://schemas.openxmlformats.org/officeDocument/2006/relationships/tableStyles" Target="/ppt/tableStyles.xml" Id="R029adb4a0be14f40" /><Relationship Type="http://schemas.openxmlformats.org/officeDocument/2006/relationships/slide" Target="/ppt/slides/slide1.xml" Id="Ra379f7cc35404b42" /><Relationship Type="http://schemas.openxmlformats.org/officeDocument/2006/relationships/slide" Target="/ppt/slides/slide2.xml" Id="Rc05fbc2980b847ee" /><Relationship Type="http://schemas.openxmlformats.org/officeDocument/2006/relationships/slide" Target="/ppt/slides/slide3.xml" Id="R6554141350924ae9" /><Relationship Type="http://schemas.openxmlformats.org/officeDocument/2006/relationships/slide" Target="/ppt/slides/slide4.xml" Id="R8b765c674db84267" /><Relationship Type="http://schemas.openxmlformats.org/officeDocument/2006/relationships/slide" Target="/ppt/slides/slide5.xml" Id="R493dd257ce284310" /><Relationship Type="http://schemas.openxmlformats.org/officeDocument/2006/relationships/slide" Target="/ppt/slides/slide6.xml" Id="R01ddb9bd9767406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0cc0bd72da44b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53cb354d7784222" /><Relationship Type="http://schemas.openxmlformats.org/officeDocument/2006/relationships/notesMaster" Target="/ppt/notesMasters/notesMaster1.xml" Id="R6eefaa28cabf43b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e588931eeb04b03" /><Relationship Type="http://schemas.openxmlformats.org/officeDocument/2006/relationships/notesMaster" Target="/ppt/notesMasters/notesMaster1.xml" Id="R60949fecff2b4a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b1c554f3ac8410a" /><Relationship Type="http://schemas.openxmlformats.org/officeDocument/2006/relationships/notesMaster" Target="/ppt/notesMasters/notesMaster1.xml" Id="Rea00f32c8e6d48c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e37a3ce3d8249e8" /><Relationship Type="http://schemas.openxmlformats.org/officeDocument/2006/relationships/notesMaster" Target="/ppt/notesMasters/notesMaster1.xml" Id="R230e1be2376242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1cb9c1c12a4770" /><Relationship Type="http://schemas.openxmlformats.org/officeDocument/2006/relationships/notesMaster" Target="/ppt/notesMasters/notesMaster1.xml" Id="R0a6749bfc64a487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b95b5a5957a4ced" /><Relationship Type="http://schemas.openxmlformats.org/officeDocument/2006/relationships/notesMaster" Target="/ppt/notesMasters/notesMaster1.xml" Id="R53092bb83e1349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23436272924dc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92bbdef4d00499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2794b159fa4ca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1f6a1547bb49e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e751503021a40f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c168fe0cee413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3CBE2E6-7C08-42D2-882E-378B948AF3C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D6EC577-CED0-41DA-A7C2-672B3FD1E36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33F80F8-A28F-466E-B5FC-3FF50AB0E3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C52680-6434-4245-9AA1-98CB0228A3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8CF4D95-9E06-48C9-B8B6-F4B4A179581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FEF6BBC-FE74-4161-84E2-C833B5D279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3462773-2DEF-4A52-BC46-6F778351A0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25F85C6-0034-4BDA-970E-3AFD34EB663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865B43A-DEF7-4CD8-B77A-4467AD2DC6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BB6F3A-456C-4C9D-8CAE-609A25067A1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7e53f8b72d2442a" /><Relationship Type="http://schemas.openxmlformats.org/officeDocument/2006/relationships/slideLayout" Target="/ppt/slideLayouts/slideLayout1.xml" Id="R76eac58b55a840a8" /><Relationship Type="http://schemas.openxmlformats.org/officeDocument/2006/relationships/slideLayout" Target="/ppt/slideLayouts/slideLayout2.xml" Id="R09deed4a419c4d9f" /><Relationship Type="http://schemas.openxmlformats.org/officeDocument/2006/relationships/slideLayout" Target="/ppt/slideLayouts/slideLayout3.xml" Id="R0cd07e711412450f" /><Relationship Type="http://schemas.openxmlformats.org/officeDocument/2006/relationships/slideLayout" Target="/ppt/slideLayouts/slideLayout4.xml" Id="R6ec5b64f828d4548" /><Relationship Type="http://schemas.openxmlformats.org/officeDocument/2006/relationships/slideLayout" Target="/ppt/slideLayouts/slideLayout5.xml" Id="Ra3d1466d5d844b52" /><Relationship Type="http://schemas.openxmlformats.org/officeDocument/2006/relationships/slideLayout" Target="/ppt/slideLayouts/slideLayout6.xml" Id="R1dc50e778c524c4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eac58b55a840a8"/>
    <p:sldLayoutId xmlns:r="http://schemas.openxmlformats.org/officeDocument/2006/relationships" id="2147483650" r:id="R09deed4a419c4d9f"/>
    <p:sldLayoutId xmlns:r="http://schemas.openxmlformats.org/officeDocument/2006/relationships" id="2147483651" r:id="R0cd07e711412450f"/>
    <p:sldLayoutId xmlns:r="http://schemas.openxmlformats.org/officeDocument/2006/relationships" id="2147483652" r:id="R6ec5b64f828d4548"/>
    <p:sldLayoutId xmlns:r="http://schemas.openxmlformats.org/officeDocument/2006/relationships" id="2147483653" r:id="Ra3d1466d5d844b52"/>
    <p:sldLayoutId xmlns:r="http://schemas.openxmlformats.org/officeDocument/2006/relationships" id="2147483654" r:id="R1dc50e778c524c4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bcbe9d73bd408a" /><Relationship Type="http://schemas.openxmlformats.org/officeDocument/2006/relationships/notesSlide" Target="/ppt/notesSlides/notesSlide1.xml" Id="Rcf146ca405154d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b3c0a1a6674e8e" /><Relationship Type="http://schemas.openxmlformats.org/officeDocument/2006/relationships/notesSlide" Target="/ppt/notesSlides/notesSlide2.xml" Id="R681e5652f71845a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ec20a4ad134ff8" /><Relationship Type="http://schemas.openxmlformats.org/officeDocument/2006/relationships/notesSlide" Target="/ppt/notesSlides/notesSlide3.xml" Id="Rcbed6e358d21436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739a7d6cf14f8b" /><Relationship Type="http://schemas.openxmlformats.org/officeDocument/2006/relationships/notesSlide" Target="/ppt/notesSlides/notesSlide4.xml" Id="Rd50dcbc21f5b4e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ed2cf4b1d0242e4" /><Relationship Type="http://schemas.openxmlformats.org/officeDocument/2006/relationships/notesSlide" Target="/ppt/notesSlides/notesSlide5.xml" Id="Rdeb13fd97c224c4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ac2c272a684ff2" /><Relationship Type="http://schemas.openxmlformats.org/officeDocument/2006/relationships/notesSlide" Target="/ppt/notesSlides/notesSlide6.xml" Id="R2ce4f49977ba428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632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427C29-301E-4876-BE08-6C91FBDE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52500"/>
            <a:ext cx="3333750" cy="476250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214A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E8567-4E4E-4F04-A728-DDE9D064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1619250"/>
            <a:ext cx="2286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5DF92B-2D18-4DDB-A048-F83A82A8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047875"/>
            <a:ext cx="2286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239741-2717-4B23-B532-A2CE2F24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714625"/>
            <a:ext cx="2286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2AEE87-7937-48D8-83F8-F474CBB44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381375"/>
            <a:ext cx="2286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41348-D408-4E92-835D-6C95136E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48125"/>
            <a:ext cx="2286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315B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352701-E1C6-4F5D-A89B-AC33F815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9625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PYTHON MIDTERM PROJECT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D9F54A-2E09-48AC-81A3-21E76D2AB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657225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Library</a:t>
            </a:r>
          </a:p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Management</a:t>
            </a:r>
          </a:p>
          <a:p xmlns:a="http://schemas.openxmlformats.org/drawingml/2006/main">
            <a:pPr>
              <a:defRPr sz="3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System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AB587-5227-44B2-88AF-EC55A14EC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381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CFDDE7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CFDDE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CFDDE7"/>
                </a:solidFill>
                <a:latin typeface="Aptos"/>
                <a:ea typeface="Aptos"/>
                <a:cs typeface="Aptos"/>
              </a:rPr>
              <a:t>Console application  •  SQLite database  •  Library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7EB4A3-B334-4B76-AC21-E99A76B1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619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Team members: Add three names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FC5DD-76B6-43FD-B743-89ECAF14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24475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125" b="0">
                <a:solidFill>
                  <a:srgbClr val="CFDDE7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CFDDE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CFDDE7"/>
                </a:solidFill>
                <a:latin typeface="Aptos"/>
                <a:ea typeface="Aptos"/>
                <a:cs typeface="Aptos"/>
              </a:rPr>
              <a:t>Final submission: October 18, 2026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121117-C362-4210-ADC8-9FB1E99B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D7F0E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D7F0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65397944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CFF492-70C6-4AC1-A0B2-FFC1FFBC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967C74-1AB9-4F5C-9893-F6D16B05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PROJECT SCOPE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9FF660-8C24-4059-B5CD-DFA1E0C05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A complete library 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7EF72D-6551-4961-AF84-D3E23F32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ECAF1-2AE7-4DFF-A692-B03CC4144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  |  PYTHON MIDTERM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0B7D409-C35B-4DA1-A1B5-1D3129AF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5DB431-86BC-4E51-9260-29969A34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9D3EA9-ACA7-4A3B-86AB-33A4DF5A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52173F-5484-497B-BD43-DC6EEB0F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335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Manage records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D23278-B19E-49C5-ABD2-B7DC39FE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28765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Add and display books, members, and borrowing records.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Update books; return or cancel a loan.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742807-B6CA-4BE6-81D2-0859C62A6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71625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65BE39-5423-4053-9F87-5BA3B9A68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157162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1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D95C72-BD1A-4562-8448-58DE36C71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335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Find information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8D734B-8FAE-45DC-96EE-44269D39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14550"/>
            <a:ext cx="28765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Search books by title and members by name or ID.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Filter the catalog to show available books.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999B9-96F3-4286-AF21-F770164E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71625"/>
            <a:ext cx="33337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67A43B-8E6D-46B3-ABEB-F2CB44F54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57162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95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6D47FE-C049-49D6-9AFE-E1BB8DE7C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733550"/>
            <a:ext cx="2876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Use stored data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D3912E-CCBF-49B0-AA7F-CF13B122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114550"/>
            <a:ext cx="28765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SQLite database with three related tables.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Statistics and exports are calculated from database records.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1AF874B-A1D6-4628-A5FA-CEBA02032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Console menu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DE5669-FF69-453E-9048-04DE54AF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2100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1  Add information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CD7CB-6750-4105-B54C-7217DEDC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148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2  Add borrowing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0E95B5-1148-4F84-8C62-07B80F81F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8196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3  Display records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8FA2A9-8522-4325-8B84-D6F51B06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244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4  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A87D55-7AEB-43F7-AFA7-BA7FB762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292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5  Available books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746015-0C4D-467F-8008-8CF58E013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7340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6  Update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70344A-51B9-4DEF-ABC6-06FDFEC9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2100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7  Delete / cancel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BFED74-119C-4734-AF75-EEC1C5F2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5148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8  Return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3313DDE-0B8B-4958-B5E0-7DCE3BBE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8196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9  Statistics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E0D7D7-8E4B-4052-8217-FE4CC9F51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244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10  Export CSV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8EC68F4-DDFF-4C8D-B779-7DACF84C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42925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0  Exit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D4A51CF-A460-4C4D-AC3E-3B910A72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38600"/>
            <a:ext cx="24384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632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00DEC-2352-40F6-BE10-36A95A777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257675"/>
            <a:ext cx="2057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App keeps running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781832E-AA5C-48DA-A7FB-1AD2ACB54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629150"/>
            <a:ext cx="2057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CFDDE7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CFDDE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CFDDE7"/>
                </a:solidFill>
                <a:latin typeface="Aptos"/>
                <a:ea typeface="Aptos"/>
                <a:cs typeface="Aptos"/>
              </a:rPr>
              <a:t>until the user selects Exit.</a:t>
            </a:r>
          </a:p>
        </p:txBody>
      </p:sp>
    </p:spTree>
    <p:extLst>
      <p:ext uri="{BB962C8B-B14F-4D97-AF65-F5344CB8AC3E}">
        <p14:creationId xmlns:p14="http://schemas.microsoft.com/office/powerpoint/2010/main" val="600477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5248BA-1C5C-4EE2-B698-16B7E5D5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EA198F-8DC6-46BC-8906-7BEC56D8E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DATABASE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46F2A-EA39-4865-B02C-F8F4B896A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Three tables keep the records connected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FA0A70-F2E0-43D2-BFA8-21414AAB8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0D2E1B-A1A7-456B-AC2A-005E89D98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  |  PYTHON MIDTERM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725EB9-E1DB-400F-B6EF-6A9B9BE8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24B3ED-EBEA-4E79-81A4-6E3DC8A3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30003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86834F-E4E0-4FCC-B735-0258D92F5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F82281-0DF6-4FD0-880C-649999F3F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14550"/>
            <a:ext cx="2543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144B1C-402A-4BBA-BCAA-D77DC991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25431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 (primary key)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ISBN (unique)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title, author, genre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published_year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available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586E68-5001-4997-B0BC-DA1372DC2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30003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9EA566-5CA1-42D0-9DD3-52F59386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0575" y="1952625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4D823-7FD1-4DF1-B333-E490DB27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114550"/>
            <a:ext cx="2543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0DAA1D-FCBC-4997-AD38-115A5ACED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495550"/>
            <a:ext cx="25431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borrowing_id (primary key)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book_id (foreign key)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 (foreign key)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borrowed_on, due_on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returned_on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3A3CF1-0356-4401-B7D5-93B0E7474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3000375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9AEF8E-53AF-4E89-ADD9-A0E9CB7A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952625"/>
            <a:ext cx="66675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24B9D5-E11D-447E-9E48-7A2CA47F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114550"/>
            <a:ext cx="25431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1A206F-8F9A-4C9E-9FFB-D14143D8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495550"/>
            <a:ext cx="25431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member_id (primary key)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full_name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email (unique)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phone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1007B2-96C4-4464-9199-C4F404548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9975" y="3105150"/>
            <a:ext cx="990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32F46D-1ABC-472E-BB24-0A0AE314B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800350"/>
            <a:ext cx="8763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1 → many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E937E9B-A772-404B-90DF-3F7AF9EED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105150"/>
            <a:ext cx="9810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BF4A27-4B5F-4819-9335-1BA388B6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800350"/>
            <a:ext cx="9810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many ← 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49277A7-D93C-401A-AD4D-17983EA42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38700"/>
            <a:ext cx="10972800" cy="895350"/>
          </a:xfrm>
          <a:prstGeom xmlns:a="http://schemas.openxmlformats.org/drawingml/2006/main" prst="roundRect">
            <a:avLst>
              <a:gd name="adj" fmla="val 8511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442B2B-0C33-4730-8475-D67EFE08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010150"/>
            <a:ext cx="1809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3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Integrity rules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C92DCA-066B-442C-A571-232293AA2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010150"/>
            <a:ext cx="8477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Foreign keys link each loan to a real book and member. Unique ISBNs and emails prevent duplicate catalog and member entries.</a:t>
            </a:r>
          </a:p>
        </p:txBody>
      </p:sp>
    </p:spTree>
    <p:extLst>
      <p:ext uri="{BB962C8B-B14F-4D97-AF65-F5344CB8AC3E}">
        <p14:creationId xmlns:p14="http://schemas.microsoft.com/office/powerpoint/2010/main" val="1836868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9B0514-C7ED-45DA-BEEA-843B2CD82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64D62B-0E78-486B-B4DE-97507167B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PROGRAM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AFF722-EAB1-41A0-B347-035BFF48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Python features used in the application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DF02DD-463D-4651-B8C5-8E107321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55E39-1FD1-4B08-91CB-C08FE808C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  |  PYTHON MIDTERM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8EC8F3-224E-4AF1-ADD7-A60266C2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F512B-9FEF-48D9-BE70-617982A45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095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181FA1-6E4C-4741-9AAD-857279A15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52B54-A1FF-4B16-B7C7-A24722A9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781175"/>
            <a:ext cx="4638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LibraryManager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90566A-247D-4A95-9189-53820F3A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162175"/>
            <a:ext cx="46386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Encapsulates the database connection and implements add, search, update, delete, return, statistics, and export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B510DA-ED7B-4C54-BB0A-BBB1F6E82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391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5B1BF4-5110-4F53-A9E3-3A3A2F307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1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63146-B135-4AF9-A2BF-32FCCA5AB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8117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Record classes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7AB82B-9390-4AF3-8536-E633B63F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62175"/>
            <a:ext cx="4933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Book and Member dataclasses represent catalog and member records. Helper functions format tables and validate menu input.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0A541F8-ABA0-4687-9DF0-90FA35C1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3714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Required project concepts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E1589F-B399-44B1-91F6-384FBC340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50958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79D9CD-76F6-4156-8470-1848B4E3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Functions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A464B6-38EE-4F35-A258-DE356CDB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3910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Menu actions call focused database methods.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C649D5-9B68-483B-818A-35FB580E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4305300"/>
            <a:ext cx="50958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CCD589-CA98-4AE9-867E-F4158E5A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440055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Loops and conditions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830414-896B-4E94-9813-C2902D217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9102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The menu repeats until Exit; choices route to actions.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529104-AC74-4625-B60E-340D56B7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50958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955DFC-11E7-4DF2-9D0C-3440E3005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81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File handling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0E869F-0201-4852-ADBD-9997BF25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517207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Summary and borrowing rows export to results.csv.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F8E5C7D-FEA4-46DD-B04F-AEADBADB5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5086350"/>
            <a:ext cx="5095875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4BC9EB-0B8C-405B-93F0-991376010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81600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SQLite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265C0D-91D0-4BC0-99ED-6BDD4348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172075"/>
            <a:ext cx="3238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Three tables store linked project data.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24EB57-64BA-4669-A3C8-4D1659B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72175"/>
            <a:ext cx="10972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Extra features: regular expressions validate ISBN/email; seeded random values make demo return dates repeatable.</a:t>
            </a:r>
          </a:p>
        </p:txBody>
      </p:sp>
    </p:spTree>
    <p:extLst>
      <p:ext uri="{BB962C8B-B14F-4D97-AF65-F5344CB8AC3E}">
        <p14:creationId xmlns:p14="http://schemas.microsoft.com/office/powerpoint/2010/main" val="11230569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199036-9854-4380-99F0-99E110523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28E6AC-191E-4D55-AC6B-34C0CEE3B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PROGRAM RESULTS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0508C-A755-4D53-8A0C-24AC88CB5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The demo database is ready to explore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A2158F-6FF3-4CE4-9014-72E3EA49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22EC1-7DD0-49FB-8786-0EC1D4D9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  |  PYTHON MIDTERM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20AD0-3968-489F-A3E2-FDDF11178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B67B36-A48A-44BF-BE51-F155FE237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4742C-528F-457D-8F0B-A1AE7566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38325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50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21945D-BE8F-47F1-B82C-D8BEE8DB1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D495FF-3CE3-4F72-B258-6052B7BF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666875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0B64A3-2E11-49FB-9D3F-80900A62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1838325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0C4730-8569-41CF-97D2-055B4BD64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4003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MEMBERS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2D2A83-BC72-44A8-B358-AF193DFB2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666875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933B65-A880-4E12-889E-AEC39413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38325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BECBE4-B212-43C5-BC39-953A83AC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03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BORROWINGS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B48243-74FC-49BA-A682-360DE1640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66875"/>
            <a:ext cx="2476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7F0EA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84A73C-B010-4A68-9EDB-D605E24E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838325"/>
            <a:ext cx="2000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31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717A7FF-FF90-42FA-AF9D-27B8A538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40030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ACTIVE LOANS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EA2E194-7839-4CC9-905F-AC56E1F5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5095875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42A183-DD42-4FD4-A108-0C025CAEB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D793316-3FED-4BF2-95EF-CF3C5763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19500"/>
            <a:ext cx="46386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Borrowing volume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120021-7486-42E8-8ECC-2064AC1F5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46386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Total borrowed books: 30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Active loans: 20</a:t>
            </a:r>
          </a:p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Returned records: 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FF6A29-2DD2-462E-A6FD-05CFFA282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57575"/>
            <a:ext cx="539115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37BC658-6B1F-4217-8F14-880077F03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57575"/>
            <a:ext cx="66675" cy="1809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95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977BC8-274B-48B7-899B-EBF50DD9E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619500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Most borrowed title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C2DF91E-63AF-4739-AB68-350F8718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00500"/>
            <a:ext cx="49339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The sample has a tie: every borrowed title appears once. The report displays one title alphabetically when counts are equal.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72E24C-5AEC-4D9C-8259-D9FE6D452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4832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Try: search “Python”  •  list available books  •  add a borrowing  •  export results.csv</a:t>
            </a:r>
          </a:p>
        </p:txBody>
      </p:sp>
    </p:spTree>
    <p:extLst>
      <p:ext uri="{BB962C8B-B14F-4D97-AF65-F5344CB8AC3E}">
        <p14:creationId xmlns:p14="http://schemas.microsoft.com/office/powerpoint/2010/main" val="157364016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B0BFEE6-DD74-4455-A69B-03A97AC06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31712-8C32-404F-80D4-10604259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147D7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47D7A"/>
                </a:solidFill>
                <a:latin typeface="Aptos"/>
                <a:ea typeface="Aptos"/>
                <a:cs typeface="Aptos"/>
              </a:rPr>
              <a:t>PRESENTATION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4FCB31-B2E6-4E99-9EA8-D0B929D41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27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Defense plan and team contributions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CDA40A-AA4E-4E4F-BEFF-F3B82B5E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E0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C261B2-AF2C-44F2-B5C4-462D9E2CC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762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LIBRARY MANAGEMENT SYSTEM  |  PYTHON MIDTERM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B9E9BB-52DD-4E5C-9491-A32C5619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008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r">
              <a:defRPr sz="825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00A137-2CF7-42EF-9D8B-4D2185CD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6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Live demonstration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7D41E9-B6D2-4F0C-B0FF-B4D491F6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09587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3EEDEC-57E2-46B5-83E2-F82718ABC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2AA169-FDF9-41B2-83C4-568C37AA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19325"/>
            <a:ext cx="285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B0DFD-48AC-420F-9A4D-CBD078B0E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1717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Show the menu and display records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92E7D8-7C0D-4ECA-ABFC-08EE8572A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09587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9D348B-F9B6-4F6D-940D-33809EF28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776BCF-750C-4A37-B7B9-1A8FFC17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47975"/>
            <a:ext cx="285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46977A-72F6-4729-952A-C4B8CDBE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8003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Search for a book and member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AC3988-C831-4298-80CE-B3BB817C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509587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6AF8FB-91E1-4853-BD1B-6CC6BCED8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00C74D-505C-4487-94AD-08EA95CB2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285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A5893B-9EEA-410D-A3A9-C09A9199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4290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Add or return a borrowing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61FB10-29B2-4748-9472-2D5A6A7D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509587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EC76D-79B3-4569-B69C-C60B8428A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58ACBF-B936-40A4-B8E0-FCAA4036E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05275"/>
            <a:ext cx="285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0D044-7B2B-4656-B751-F24F3F687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05765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Run statistics and export results.csv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E1DCF4-CBB0-414A-AB8B-9B5581B76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10100"/>
            <a:ext cx="5095875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0A5E02-58CF-4B23-9BF2-824FEA532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05350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94CBAB-6BC3-4E2A-888D-882A737E9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33925"/>
            <a:ext cx="285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FBAE72-06E3-4E1D-8A57-20809B99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686300"/>
            <a:ext cx="428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Explain tables, classes, and validation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03FC3B1-8908-470D-9737-3556C2FC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53911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45DBEC-4799-45E1-8FD7-976119F9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66675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7D7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9A0051D-B3D7-4132-BDEB-D18B6984E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8117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member 1 — add name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5772BFA-FAAB-44D0-BB1A-DD603FBCC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162175"/>
            <a:ext cx="49339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Contribution: describe actual work and presentation part.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F88913E-BD36-48B1-AEAE-77AED2D79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53911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7634C7-A8B1-4E93-B9CC-E970F0468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718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A18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6C66D31-8800-4309-A6EB-F0A77CDC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3377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member 2 — add name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3BA97AE-E67B-4304-AB52-93F4940E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14775"/>
            <a:ext cx="4933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Contribution: describe actual work.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DEDE56C-3B6B-42F8-B22F-7044862AF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539115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AF2F6"/>
          </a:solidFill>
          <a:ln xmlns:a="http://schemas.openxmlformats.org/drawingml/2006/main" w="9525">
            <a:solidFill>
              <a:srgbClr val="D6E0E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304B896-F95C-4032-9573-ADD2D072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953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374DC0-B506-4407-B812-A5E1BBDBF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905375"/>
            <a:ext cx="4933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16324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6324F"/>
                </a:solidFill>
                <a:latin typeface="Aptos"/>
                <a:ea typeface="Aptos"/>
                <a:cs typeface="Aptos"/>
              </a:rPr>
              <a:t>Team member 3 — add name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84EDE8-5921-43A4-960F-5469F57A1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286375"/>
            <a:ext cx="4933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182A3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82A3A"/>
                </a:solidFill>
                <a:latin typeface="Aptos"/>
                <a:ea typeface="Aptos"/>
                <a:cs typeface="Aptos"/>
              </a:rPr>
              <a:t>Contribution: describe actual work.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B8DC01-DB33-4F41-9600-EEBD5F47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523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05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526779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26779"/>
                </a:solidFill>
                <a:latin typeface="Aptos"/>
                <a:ea typeface="Aptos"/>
                <a:cs typeface="Aptos"/>
              </a:rPr>
              <a:t>Replace the name and contribution placeholders before submitting.</a:t>
            </a:r>
          </a:p>
        </p:txBody>
      </p:sp>
    </p:spTree>
    <p:extLst>
      <p:ext uri="{BB962C8B-B14F-4D97-AF65-F5344CB8AC3E}">
        <p14:creationId xmlns:p14="http://schemas.microsoft.com/office/powerpoint/2010/main" val="89824162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2026-10-17T09:31:37.6300000Z</dcterms:created>
  <dcterms:modified xsi:type="dcterms:W3CDTF">2026-10-17T09:31:37.6300000Z</dcterms:modified>
</coreProperties>
</file>