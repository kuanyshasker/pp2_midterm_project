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70e66f6d4840e9" /><Relationship Type="http://schemas.openxmlformats.org/officeDocument/2006/relationships/extended-properties" Target="/docProps/app.xml" Id="Rcbbdb6fdf13643d6" /><Relationship Type="http://schemas.openxmlformats.org/officeDocument/2006/relationships/officeDocument" Target="/ppt/presentation.xml" Id="Rd8343d69e9cb4e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b3618976814edf"/>
  </p:sldMasterIdLst>
  <p:notesMasterIdLst>
    <p:notesMasterId xmlns:r="http://schemas.openxmlformats.org/officeDocument/2006/relationships" r:id="Rb68f5392a5cf488f"/>
  </p:notesMasterIdLst>
  <p:sldIdLst>
    <p:sldId xmlns:r="http://schemas.openxmlformats.org/officeDocument/2006/relationships" id="256" r:id="R662a0f6e7723452c"/>
    <p:sldId xmlns:r="http://schemas.openxmlformats.org/officeDocument/2006/relationships" id="257" r:id="R8bbdcac216d04e98"/>
    <p:sldId xmlns:r="http://schemas.openxmlformats.org/officeDocument/2006/relationships" id="258" r:id="R0a3bc0af1fcb4dc5"/>
    <p:sldId xmlns:r="http://schemas.openxmlformats.org/officeDocument/2006/relationships" id="259" r:id="R91c27dcdad124a4a"/>
    <p:sldId xmlns:r="http://schemas.openxmlformats.org/officeDocument/2006/relationships" id="260" r:id="R2f5da8f7bc0c43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dc4ead332949c5" /><Relationship Type="http://schemas.openxmlformats.org/officeDocument/2006/relationships/slideMaster" Target="/ppt/slideMasters/slideMaster1.xml" Id="R2eb3618976814edf" /><Relationship Type="http://schemas.openxmlformats.org/officeDocument/2006/relationships/notesMaster" Target="/ppt/notesMasters/notesMaster1.xml" Id="Rb68f5392a5cf488f" /><Relationship Type="http://schemas.openxmlformats.org/officeDocument/2006/relationships/presProps" Target="/ppt/presProps.xml" Id="R0a3d0bb390bf471b" /><Relationship Type="http://schemas.openxmlformats.org/officeDocument/2006/relationships/tableStyles" Target="/ppt/tableStyles.xml" Id="Rb945676c0c2e4d28" /><Relationship Type="http://schemas.openxmlformats.org/officeDocument/2006/relationships/slide" Target="/ppt/slides/slide1.xml" Id="R662a0f6e7723452c" /><Relationship Type="http://schemas.openxmlformats.org/officeDocument/2006/relationships/slide" Target="/ppt/slides/slide2.xml" Id="R8bbdcac216d04e98" /><Relationship Type="http://schemas.openxmlformats.org/officeDocument/2006/relationships/slide" Target="/ppt/slides/slide3.xml" Id="R0a3bc0af1fcb4dc5" /><Relationship Type="http://schemas.openxmlformats.org/officeDocument/2006/relationships/slide" Target="/ppt/slides/slide4.xml" Id="R91c27dcdad124a4a" /><Relationship Type="http://schemas.openxmlformats.org/officeDocument/2006/relationships/slide" Target="/ppt/slides/slide5.xml" Id="R2f5da8f7bc0c43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773aabe6514a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a4c50829f94d20" /><Relationship Type="http://schemas.openxmlformats.org/officeDocument/2006/relationships/notesMaster" Target="/ppt/notesMasters/notesMaster1.xml" Id="R53c4e541af3a41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0b79f550aa45c6" /><Relationship Type="http://schemas.openxmlformats.org/officeDocument/2006/relationships/notesMaster" Target="/ppt/notesMasters/notesMaster1.xml" Id="R376109f8af2549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e824b621a84b2d" /><Relationship Type="http://schemas.openxmlformats.org/officeDocument/2006/relationships/notesMaster" Target="/ppt/notesMasters/notesMaster1.xml" Id="R0ec6c254e2ac4e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28bb62f0684832" /><Relationship Type="http://schemas.openxmlformats.org/officeDocument/2006/relationships/notesMaster" Target="/ppt/notesMasters/notesMaster1.xml" Id="Rbdf9aa7b9f9340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3ba7d480c94b82" /><Relationship Type="http://schemas.openxmlformats.org/officeDocument/2006/relationships/notesMaster" Target="/ppt/notesMasters/notesMaster1.xml" Id="R64ddef7c42c2439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476a0d74c2474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9666ebbca746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6757c360b24e1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0e9e718b64ca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c402e5295c43b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43864ff367458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AB47F8D-65E7-4468-9F70-D613BFFE3E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2670647-1666-4B1E-A531-BB6BAC3778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9FBE351-1D19-4D72-9E3F-FB1B9EA548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20387A-6518-4436-A14E-9D42B06098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E811F3B-AA06-4E7F-9836-7450776A3D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BF54F59-BBD5-48F5-B159-AB3F66E298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02DCFEF-0DB8-46E6-AB6B-68AE2DFE5D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386FC68-5F79-42C1-8042-60F7C0BFD5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D7629A-262D-4EB2-A19D-6A536323F5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DA22F45-F10B-47B5-8176-1E5FE21393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1b3c1f3fa0f48c7" /><Relationship Type="http://schemas.openxmlformats.org/officeDocument/2006/relationships/slideLayout" Target="/ppt/slideLayouts/slideLayout1.xml" Id="Rffe0489583bd4e13" /><Relationship Type="http://schemas.openxmlformats.org/officeDocument/2006/relationships/slideLayout" Target="/ppt/slideLayouts/slideLayout2.xml" Id="R8f41c5d04307450c" /><Relationship Type="http://schemas.openxmlformats.org/officeDocument/2006/relationships/slideLayout" Target="/ppt/slideLayouts/slideLayout3.xml" Id="R0eadcf845de149be" /><Relationship Type="http://schemas.openxmlformats.org/officeDocument/2006/relationships/slideLayout" Target="/ppt/slideLayouts/slideLayout4.xml" Id="R13a68d86622240f7" /><Relationship Type="http://schemas.openxmlformats.org/officeDocument/2006/relationships/slideLayout" Target="/ppt/slideLayouts/slideLayout5.xml" Id="Ra883af74d14741f9" /><Relationship Type="http://schemas.openxmlformats.org/officeDocument/2006/relationships/slideLayout" Target="/ppt/slideLayouts/slideLayout6.xml" Id="R379594b6980547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e0489583bd4e13"/>
    <p:sldLayoutId xmlns:r="http://schemas.openxmlformats.org/officeDocument/2006/relationships" id="2147483650" r:id="R8f41c5d04307450c"/>
    <p:sldLayoutId xmlns:r="http://schemas.openxmlformats.org/officeDocument/2006/relationships" id="2147483651" r:id="R0eadcf845de149be"/>
    <p:sldLayoutId xmlns:r="http://schemas.openxmlformats.org/officeDocument/2006/relationships" id="2147483652" r:id="R13a68d86622240f7"/>
    <p:sldLayoutId xmlns:r="http://schemas.openxmlformats.org/officeDocument/2006/relationships" id="2147483653" r:id="Ra883af74d14741f9"/>
    <p:sldLayoutId xmlns:r="http://schemas.openxmlformats.org/officeDocument/2006/relationships" id="2147483654" r:id="R379594b6980547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847c69177d494b" /><Relationship Type="http://schemas.openxmlformats.org/officeDocument/2006/relationships/notesSlide" Target="/ppt/notesSlides/notesSlide1.xml" Id="R15502f944b5d44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b134fc84174c9d" /><Relationship Type="http://schemas.openxmlformats.org/officeDocument/2006/relationships/notesSlide" Target="/ppt/notesSlides/notesSlide2.xml" Id="R40a0e03fd50d42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d2011af5fe4cb8" /><Relationship Type="http://schemas.openxmlformats.org/officeDocument/2006/relationships/notesSlide" Target="/ppt/notesSlides/notesSlide3.xml" Id="R8bcedf02116e49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df66dd09c14e69" /><Relationship Type="http://schemas.openxmlformats.org/officeDocument/2006/relationships/notesSlide" Target="/ppt/notesSlides/notesSlide4.xml" Id="Redc537bc36f04b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29d4b117d846ce" /><Relationship Type="http://schemas.openxmlformats.org/officeDocument/2006/relationships/notesSlide" Target="/ppt/notesSlides/notesSlide5.xml" Id="Rf8dea1c49ba342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2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4AE15C-DF91-417F-938C-F99266F7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F0FE77-BBF6-4612-A76D-970F05DB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572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PYTHON MIDTERM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95090-9CF1-4B9D-8830-598D38DA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6762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Library Management</a:t>
            </a:r>
          </a:p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BA805F-2BDA-4ACF-90A1-DB111F50C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647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5E1E9"/>
                </a:solidFill>
                <a:latin typeface="Aptos"/>
                <a:ea typeface="Aptos"/>
                <a:cs typeface="Aptos"/>
              </a:rPr>
              <a:t>A simple Python and SQLite console program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C7A595-81CD-4E41-AFAA-00E35071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0537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Team members: add three names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CAB61-67D0-4506-88AC-45B6029EA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D5E1E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5E1E9"/>
                </a:solidFill>
                <a:latin typeface="Aptos"/>
                <a:ea typeface="Aptos"/>
                <a:cs typeface="Aptos"/>
              </a:rPr>
              <a:t>October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A19BB1-73E1-4B6F-8C17-A6BC8277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428750"/>
            <a:ext cx="2714625" cy="3714750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214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7A798B-D29A-4782-B717-703F3A0F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5262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161F0A-C95A-4C6A-9BAE-6D2B25A9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1937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E8CFE9-E743-42F1-A45A-6638175A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8612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3941B0-C79B-452A-9A8A-D672A641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52875"/>
            <a:ext cx="1809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C0E61B-6E8E-4D3D-802B-D6E1B055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4815125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E72837-7896-4CC1-90A6-9B3B25C7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D2ACEA-64F0-4875-8F85-67A04BBE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FEATURES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A2C36-8E91-4782-8243-09E51598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What the program can 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3346E-30AE-47D1-A220-84423C18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4C655-2385-41A5-A451-8B36218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CECA17-2D69-4A7B-96E2-BB6B5940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5F4565-701D-47D9-A44C-B21EF980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5AF689-26BC-4728-8E4B-41A3C999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002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8AC3FE-DF1A-4449-9BE9-B8116F89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5716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Add books, members, and borrowing records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FFF684-7A2E-457C-B3E2-621EDDFF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D27D00-3419-4556-A918-6C0870FA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38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742957-57A2-4B69-A3E6-86172C01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098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Display books, members, or borrowing history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06911E-46FF-4FB8-93FC-2370A47E7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C327FC-6D3A-4003-886D-77B03F9B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A38C11-2E27-472D-91AB-96C4F6412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4797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Search books by title and members by name or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6BA250-8639-4E46-8FDE-9D171E68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1472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9B0327-B558-49F9-BF15-B0C01480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147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4D18C1-5C9C-4895-9258-4286977F1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4861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Update a book or delete a book / borrowing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6B642E-C07F-47DC-86EC-61E64855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4E4CDB-7A46-4F93-858C-E31067A80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AC3996-C2D5-4671-A8F9-2572218D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24325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Show available books and basic statistics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61EA92-9B86-43E3-90A7-DD0BED576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91075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B5C091-2190-41B4-9DB4-ACACF7F7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910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8A2B2D-1C4F-48D4-9DCA-9DCB3350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Save the summary and borrowing list to results.txt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961950-3AAD-4F23-80F5-2AC9256A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The menu repeats until the user chooses Exit.</a:t>
            </a:r>
          </a:p>
        </p:txBody>
      </p:sp>
    </p:spTree>
    <p:extLst>
      <p:ext uri="{BB962C8B-B14F-4D97-AF65-F5344CB8AC3E}">
        <p14:creationId xmlns:p14="http://schemas.microsoft.com/office/powerpoint/2010/main" val="8608421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2EFFE8-E701-459D-B524-BD4A9167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ABCEF1-AECB-4A74-AB1D-150975C6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DATABASE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B1E2E-6BD6-48C1-B8E9-FBAB4B3E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Three related SQLite tables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3F279A-8B42-43F9-8BFB-FF6D751D6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97A54-716A-428C-AF1F-71F874E6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8F5600-9726-4042-8E4D-756D0453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F41601-F196-44DC-9713-ED5751FB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007428-8E81-4686-893E-F3D185D6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BDDD56-5360-4DAC-806B-B3000F9C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69F50-D8F4-426D-A673-86CD969C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title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author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genre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available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BEAB09-F497-46D6-9295-D2C7E74CC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B19AF8-3453-44B6-8EFD-D371312E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2E7A43-1EBE-4EC3-8CC8-715D0D01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7CFCD4-F472-4576-A02B-2BA07679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borrowing_id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returned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E74B7C-CE0D-47B8-84DB-BB7B9B743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3000375" cy="2571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307C5-7847-4F27-B84C-51E3E2FA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C5C18C-DF25-4698-A9C2-FD8DA43C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143125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CDD67-77C1-4E1C-AE89-E2064B0C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71750"/>
            <a:ext cx="2476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name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email</a:t>
            </a:r>
          </a:p>
          <a:p xmlns:a="http://schemas.openxmlformats.org/drawingml/2006/main">
            <a:pPr algn="l">
              <a:defRPr sz="15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study program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F64724-88C9-45BF-90A1-DAA4130A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71825"/>
            <a:ext cx="990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744F4D-7B9B-4A57-B9FD-E1A74E09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57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1 to many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6791D0-A888-49A7-8331-545D4C15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71825"/>
            <a:ext cx="9810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06CB68-D10E-4FBB-8A1F-C90142E4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many to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A56163-56EC-4B8B-9AEB-B8B099D17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Borrowings link each member to a book.</a:t>
            </a:r>
          </a:p>
        </p:txBody>
      </p:sp>
    </p:spTree>
    <p:extLst>
      <p:ext uri="{BB962C8B-B14F-4D97-AF65-F5344CB8AC3E}">
        <p14:creationId xmlns:p14="http://schemas.microsoft.com/office/powerpoint/2010/main" val="17547485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A92454-2D6F-47DC-BEEE-BA9DBE5C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7C8D6D-A81E-4AB3-A0BD-82E35EE3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WHAT WE LEARNED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1D0A04-017A-4E0D-B599-87990FF2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Python concepts used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42A3D-DF16-4986-9291-FD7BCF29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8B2B3F-11C8-428C-B6EC-BFD50608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26CC83-399B-41C6-934A-B5A03043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4D834-713B-4CCF-B255-A3A981E9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125FD-684A-4008-8A44-0B35F03F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Basics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3D8831-33AC-4AD2-96C7-C1784A06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3360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Variables, input, output, and conditions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FF734B-1767-4BAC-AAB6-E45E4790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3830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D8454C-0588-44C2-877F-75354D57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Loops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7C2845-41D2-477A-8648-0E620088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3360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 while loop keeps the menu running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BC6F1B-6731-42C4-98C3-46CDDE1B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19425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BB1511-CFFB-4B7A-B2B2-3037E6E28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Functions and files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699610-F187-4951-9729-37017836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14725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Functions handle actions; open() writes results.txt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795DAE-7136-4F1E-B0E8-6544E1FC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19425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96A6C-1D00-4941-97FD-AF825BE5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71825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Classes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0C5199-E2D6-45C7-A8F9-261E648B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14725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 and Member store simple records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FD21B8-04A3-4A05-84EA-9F392D85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194ABE-E1B6-4E71-A049-B0E63F25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Regular expressions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41B74F-3631-4344-A71A-2B90330A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9585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Check the format of member emails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EA160D-A3B6-4DDB-BB2A-ADF3B2B3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00550"/>
            <a:ext cx="5143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72270D-5488-4D74-B9AE-C8A4F390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52950"/>
            <a:ext cx="471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Pandas, SQLite, random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238A6D-2040-43AD-ACA3-8BB87E2F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95850"/>
            <a:ext cx="471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Display tables, save data, select sample members</a:t>
            </a:r>
          </a:p>
        </p:txBody>
      </p:sp>
    </p:spTree>
    <p:extLst>
      <p:ext uri="{BB962C8B-B14F-4D97-AF65-F5344CB8AC3E}">
        <p14:creationId xmlns:p14="http://schemas.microsoft.com/office/powerpoint/2010/main" val="5694154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4C2B81-EDF3-4588-9D6A-091534F2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FC511-7C4D-4037-845A-4EBB0E3C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2D470C-C900-40A1-BC79-91FC3E9A6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Demo data and project defense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DC3F0-9AC9-450A-9A60-749A2C44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99DE97-8681-43AC-BE44-8673C10A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714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249F1D-A902-412A-B6B6-5E173C1D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3817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F601F8-29CB-466B-BC74-71A10916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49ADE7-2E38-4B6A-B943-73A175A3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230424-5308-41C6-B294-5EFABDEF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44E6B8-C3AF-415D-9B9E-567CBC23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76F310-F8C4-4803-95F9-BD135CBD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72DDE9-A25E-459B-9D94-9DB487733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6839F6-EE12-461E-ACEE-3D25E94ED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A46755-1A7E-480B-B5D9-AECD28D6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DE6C87-5B75-4F02-9366-98A3CC63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B5C5BC-2C18-49B6-B4F2-FD3C53C2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571625"/>
            <a:ext cx="2428875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6935F2-EB66-422A-B1DA-16C0CB7F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1450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D8BAC8-E457-4113-B9DE-572CDA21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098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ACTIVE LOANS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B8A50B-EDC0-4C75-A90D-B451D54C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Statistics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FA845E-5335-46E5-ADE8-DB435603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433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30 borrowing records  •  12 active loans  •  Python Crash Course: 8 loans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1780F4-57FD-45A1-9939-2B6DC7F9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38625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Team contributions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DB84AA0-BBF6-4290-816F-CEF0590C1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1: add name and contribution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5A4C61-71A6-47E3-81C5-37FB1E59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2: add name and contribution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647239-5DD5-41AC-9688-85C3D88CE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 3: add name and contribution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8889B1-FFE8-44CF-B983-A5B2EDA79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5143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In the defense: display records, search, show statistics, and explain the tables and classes.</a:t>
            </a:r>
          </a:p>
        </p:txBody>
      </p:sp>
    </p:spTree>
    <p:extLst>
      <p:ext uri="{BB962C8B-B14F-4D97-AF65-F5344CB8AC3E}">
        <p14:creationId xmlns:p14="http://schemas.microsoft.com/office/powerpoint/2010/main" val="17418133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2026-10-17T15:53:05.0100000Z</dcterms:created>
  <dcterms:modified xsi:type="dcterms:W3CDTF">2026-10-17T15:53:05.0100000Z</dcterms:modified>
</coreProperties>
</file>