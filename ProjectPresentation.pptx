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37414244674f27" /><Relationship Type="http://schemas.openxmlformats.org/officeDocument/2006/relationships/extended-properties" Target="/docProps/app.xml" Id="R1c183254838b45f2" /><Relationship Type="http://schemas.openxmlformats.org/officeDocument/2006/relationships/officeDocument" Target="/ppt/presentation.xml" Id="R139fff5c1537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b4949ee284391"/>
  </p:sldMasterIdLst>
  <p:notesMasterIdLst>
    <p:notesMasterId xmlns:r="http://schemas.openxmlformats.org/officeDocument/2006/relationships" r:id="Re344f25f3a164983"/>
  </p:notesMasterIdLst>
  <p:sldIdLst>
    <p:sldId xmlns:r="http://schemas.openxmlformats.org/officeDocument/2006/relationships" id="256" r:id="R35777e40d0984c6c"/>
    <p:sldId xmlns:r="http://schemas.openxmlformats.org/officeDocument/2006/relationships" id="257" r:id="R43d625b8fcdc4d78"/>
    <p:sldId xmlns:r="http://schemas.openxmlformats.org/officeDocument/2006/relationships" id="258" r:id="R65aea4a32ad24725"/>
    <p:sldId xmlns:r="http://schemas.openxmlformats.org/officeDocument/2006/relationships" id="259" r:id="R9bfd55a938e14497"/>
    <p:sldId xmlns:r="http://schemas.openxmlformats.org/officeDocument/2006/relationships" id="260" r:id="R12e973cbd12f40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7a64462d94d07" /><Relationship Type="http://schemas.openxmlformats.org/officeDocument/2006/relationships/slideMaster" Target="/ppt/slideMasters/slideMaster1.xml" Id="Rf4bb4949ee284391" /><Relationship Type="http://schemas.openxmlformats.org/officeDocument/2006/relationships/notesMaster" Target="/ppt/notesMasters/notesMaster1.xml" Id="Re344f25f3a164983" /><Relationship Type="http://schemas.openxmlformats.org/officeDocument/2006/relationships/presProps" Target="/ppt/presProps.xml" Id="R60fe8b26894d4b32" /><Relationship Type="http://schemas.openxmlformats.org/officeDocument/2006/relationships/tableStyles" Target="/ppt/tableStyles.xml" Id="R0ac8833a8cc84683" /><Relationship Type="http://schemas.openxmlformats.org/officeDocument/2006/relationships/slide" Target="/ppt/slides/slide1.xml" Id="R35777e40d0984c6c" /><Relationship Type="http://schemas.openxmlformats.org/officeDocument/2006/relationships/slide" Target="/ppt/slides/slide2.xml" Id="R43d625b8fcdc4d78" /><Relationship Type="http://schemas.openxmlformats.org/officeDocument/2006/relationships/slide" Target="/ppt/slides/slide3.xml" Id="R65aea4a32ad24725" /><Relationship Type="http://schemas.openxmlformats.org/officeDocument/2006/relationships/slide" Target="/ppt/slides/slide4.xml" Id="R9bfd55a938e14497" /><Relationship Type="http://schemas.openxmlformats.org/officeDocument/2006/relationships/slide" Target="/ppt/slides/slide5.xml" Id="R12e973cbd12f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79993522c48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92a9045dd14064" /><Relationship Type="http://schemas.openxmlformats.org/officeDocument/2006/relationships/notesMaster" Target="/ppt/notesMasters/notesMaster1.xml" Id="Rafa913d2677a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5c32dfa554173" /><Relationship Type="http://schemas.openxmlformats.org/officeDocument/2006/relationships/notesMaster" Target="/ppt/notesMasters/notesMaster1.xml" Id="R498a69d7535a4b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b7a7761b841a5" /><Relationship Type="http://schemas.openxmlformats.org/officeDocument/2006/relationships/notesMaster" Target="/ppt/notesMasters/notesMaster1.xml" Id="R68a817c11b334b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35f4927e2e48a2" /><Relationship Type="http://schemas.openxmlformats.org/officeDocument/2006/relationships/notesMaster" Target="/ppt/notesMasters/notesMaster1.xml" Id="R323b9e35ba19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f71ed826594a68" /><Relationship Type="http://schemas.openxmlformats.org/officeDocument/2006/relationships/notesMaster" Target="/ppt/notesMasters/notesMaster1.xml" Id="Rce89fbe3b032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73a061f7f4e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f7a42ac9d49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a1f0ddd4246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32902eef94c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436fb132f4f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6c3e8ea45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7B1D68-2080-41EC-9270-758B33138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E1F88E-317F-42BE-A17A-9D6C576CA1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4A8D96-A75A-4472-BDE4-862170921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608CAB-BBC0-4D28-B53D-A2A4ED1A9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6CE637-4227-4C51-87EC-C49E67EDE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E8F938-0D11-42BD-99EC-71596FE5F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C12B86-6086-4328-95CD-B67CD11211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524CF3-E8D7-4D15-81F5-03C4E4E91C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8DA9C7-6B59-4757-9F03-2B945F8ABC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001679-5001-47FF-B6BB-36737A25D5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fe7cb368a4856" /><Relationship Type="http://schemas.openxmlformats.org/officeDocument/2006/relationships/slideLayout" Target="/ppt/slideLayouts/slideLayout1.xml" Id="Rb51a7da70e7448cc" /><Relationship Type="http://schemas.openxmlformats.org/officeDocument/2006/relationships/slideLayout" Target="/ppt/slideLayouts/slideLayout2.xml" Id="R41d422a163e14273" /><Relationship Type="http://schemas.openxmlformats.org/officeDocument/2006/relationships/slideLayout" Target="/ppt/slideLayouts/slideLayout3.xml" Id="R381ce7d7192d466e" /><Relationship Type="http://schemas.openxmlformats.org/officeDocument/2006/relationships/slideLayout" Target="/ppt/slideLayouts/slideLayout4.xml" Id="R0636a3e47e4d4a2a" /><Relationship Type="http://schemas.openxmlformats.org/officeDocument/2006/relationships/slideLayout" Target="/ppt/slideLayouts/slideLayout5.xml" Id="R81ba3bd864194760" /><Relationship Type="http://schemas.openxmlformats.org/officeDocument/2006/relationships/slideLayout" Target="/ppt/slideLayouts/slideLayout6.xml" Id="Re772fb2e6f51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1a7da70e7448cc"/>
    <p:sldLayoutId xmlns:r="http://schemas.openxmlformats.org/officeDocument/2006/relationships" id="2147483650" r:id="R41d422a163e14273"/>
    <p:sldLayoutId xmlns:r="http://schemas.openxmlformats.org/officeDocument/2006/relationships" id="2147483651" r:id="R381ce7d7192d466e"/>
    <p:sldLayoutId xmlns:r="http://schemas.openxmlformats.org/officeDocument/2006/relationships" id="2147483652" r:id="R0636a3e47e4d4a2a"/>
    <p:sldLayoutId xmlns:r="http://schemas.openxmlformats.org/officeDocument/2006/relationships" id="2147483653" r:id="R81ba3bd864194760"/>
    <p:sldLayoutId xmlns:r="http://schemas.openxmlformats.org/officeDocument/2006/relationships" id="2147483654" r:id="Re772fb2e6f51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f507ed7084eed" /><Relationship Type="http://schemas.openxmlformats.org/officeDocument/2006/relationships/notesSlide" Target="/ppt/notesSlides/notesSlide1.xml" Id="Rd91de9ab028143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5430221a54616" /><Relationship Type="http://schemas.openxmlformats.org/officeDocument/2006/relationships/notesSlide" Target="/ppt/notesSlides/notesSlide2.xml" Id="R57a2f011bb824c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38c7d42ca4f42" /><Relationship Type="http://schemas.openxmlformats.org/officeDocument/2006/relationships/notesSlide" Target="/ppt/notesSlides/notesSlide3.xml" Id="Re68e69672a0c47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ee849d85e4193" /><Relationship Type="http://schemas.openxmlformats.org/officeDocument/2006/relationships/notesSlide" Target="/ppt/notesSlides/notesSlide4.xml" Id="Rdd343bb1265341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6e173073a43d6" /><Relationship Type="http://schemas.openxmlformats.org/officeDocument/2006/relationships/notesSlide" Target="/ppt/notesSlides/notesSlide5.xml" Id="Rdc0449b91a21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87BD8-8A22-4AC9-8F80-E5B3FB0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5D614-A980-4C63-BC7A-1A940A76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7F0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7F0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F0EA"/>
                </a:solidFill>
                <a:latin typeface="Aptos"/>
                <a:ea typeface="Aptos"/>
                <a:cs typeface="Aptos"/>
              </a:rPr>
              <a:t>PYTHON MIDTERM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77325-2C6A-4C42-8346-77777077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76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Library Management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86EBE-B22C-4238-800D-EDC5D37A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5E1E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5E1E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5E1E9"/>
                </a:solidFill>
                <a:latin typeface="Aptos"/>
                <a:ea typeface="Aptos"/>
                <a:cs typeface="Aptos"/>
              </a:rPr>
              <a:t>A simple Python and SQLite console program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4CA50-6B2A-4B88-AD23-37F7917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members: add three names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97583-B7F6-41D1-92E8-299F8153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5E1E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5E1E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5E1E9"/>
                </a:solidFill>
                <a:latin typeface="Aptos"/>
                <a:ea typeface="Aptos"/>
                <a:cs typeface="Aptos"/>
              </a:rPr>
              <a:t>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1861D-1AFD-4D8A-95CD-346EF27A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714625" cy="37147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14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B48BB-9464-4E39-9110-0D7A8822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5262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1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56613-D06F-4DA7-A4FB-9799389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1937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C3203-F586-48AA-9BDC-B8372759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8612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1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F6DA3-E04C-4F17-8E55-DED514F5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5287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1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B2A44-D85A-4FDB-B5BE-3F18050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D7F0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D7F0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0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5642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2DDA0-86A3-4B29-A899-880445B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E0F33-0B8F-4D09-979A-A6AFF41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18DEA-184E-4E9E-9748-447DA4EF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What the program can 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EA3FA-B22D-4DFA-A7B0-197F68C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52B2-3FC2-41BE-9547-C61E4DB4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LIBRARY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09A40-D2F9-4CFA-A78D-9B21DD6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0F7F9-7AD8-4853-8E9E-56D1E0F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6E236-CDD6-4342-AD15-D753F3B3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D51D4-A0C1-4C5C-99C8-E34C3DC2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Add books, members, and borrowing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35E48-39B3-4182-8417-26807457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81B36-4193-47D3-9700-E8DF76C2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22FAC-EA58-4B43-8276-4D01D34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Display books, members, or borrowing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45069-3C10-4DEC-9D22-D955263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03031-B0D1-4928-AE6E-471A5EC5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8A292-DD3C-4057-BF33-2D24661B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Search books by title and members by name or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3E72B-7D41-4214-8552-3BCE332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6B793-0A61-4006-A976-DA00D649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D2A07-6F6F-44D0-9248-10E5CF5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Update a book or delete a book / borrowing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7F08C-23C6-4F2B-A647-CEF2C1E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566D4-8DEA-441A-A207-4A9F763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EB5E3-E770-4E03-9D5C-6C59293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Show available books and basic statistics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C6AAC-2FCB-4DCA-AD75-A3108B40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E4D3A-8FFF-4903-B9A4-8013C043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EDFDF-9CEE-459B-AD3E-4545673B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Save the summary and borrowing list to results.txt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8CF04-C073-4EFB-A546-AF16E260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The menu repeats until the user chooses Exit.</a:t>
            </a:r>
          </a:p>
        </p:txBody>
      </p:sp>
    </p:spTree>
    <p:extLst>
      <p:ext uri="{BB962C8B-B14F-4D97-AF65-F5344CB8AC3E}">
        <p14:creationId xmlns:p14="http://schemas.microsoft.com/office/powerpoint/2010/main" val="1214180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CFBE3-5371-41C0-A738-DE48BBC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26A2B-9B38-4858-BC83-8E7560E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9E5F9-8920-49B7-9338-13B5DE4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Three related SQLite tables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FB3A8-E34E-42D1-85E6-361F62B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5BA64-AC90-4C25-85EE-92968EAD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LIBRARY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7A4CD-3D13-459B-9500-F992C8D7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EF3B3-3497-4EF4-B175-D890E24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0003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D2686-F02D-45C4-8637-6BE93844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630F0-E189-4EC3-850A-FCE4C17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BOOKS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E7D5E-B125-41E1-96FF-060AFDE8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71750"/>
            <a:ext cx="2476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book_id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title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author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43787-6D5F-4BC7-8A80-8ACAAED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52625"/>
            <a:ext cx="30003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25BF6-4F00-4030-85BE-011115A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5262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D1DF7-AED7-4125-B38D-15C9BA2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BORROWINGS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B8A6E-AB58-4625-95C9-E67CD65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2476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borrowing_id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book_id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member_id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4C8B-626A-4939-A89B-37C2AB0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952625"/>
            <a:ext cx="30003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7ADC3-CCC8-4037-A7F8-5C94095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95262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A91E2-9B4A-46FA-8104-A935B134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D03DC-DC6B-46F5-A916-3B97D84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2476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member_id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name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69EEA-8A1D-496B-B397-2220825C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7182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0FBDF-4B55-4F3C-9378-3AD3E8A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1 to many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1F933-CE36-44D2-B184-89BD81EE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71825"/>
            <a:ext cx="981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E3788-817D-44A1-9047-37B9046F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many to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0BC8E-6E72-4E97-AB79-BC28889C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Borrowings link each member to a book.</a:t>
            </a:r>
          </a:p>
        </p:txBody>
      </p:sp>
    </p:spTree>
    <p:extLst>
      <p:ext uri="{BB962C8B-B14F-4D97-AF65-F5344CB8AC3E}">
        <p14:creationId xmlns:p14="http://schemas.microsoft.com/office/powerpoint/2010/main" val="1542975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D9CC7-A5D7-4C91-8702-F074B11D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E0F49-C91E-4BD5-B573-CCC24A3E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98EAA-FA4E-4CF9-8F94-F4C3F057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Python concepts 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4305E-9D5F-4E32-B975-8A7F241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06873-7490-4BED-8CFE-4347BE12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LIBRARY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A0A6B-60F0-4C7A-A496-7DDE6AD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40BF3-73D0-4CC7-9FD9-0A23C16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A5623-C437-43D9-8DAE-7D8A7AF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Basics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03297-B752-485F-90CB-BB88AC1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Variables, input, output, and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3C64-75ED-408F-9AFB-6EBC2BEC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383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F3AE0-7A00-4069-A3BE-172B5D9C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Loops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2F74A-2D27-435B-8297-223C47D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A while loop keeps the menu running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653D3-B743-44FF-A0BD-B43DE6F9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3F326-998C-44E8-B0A7-A79E2E74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Functions and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04B42-1B1A-4C14-9160-BA138E9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Functions handle actions; open() writes results.txt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91919-8717-424F-BBDF-71BDEEE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19425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D288B-3EA6-461E-8E87-B9C9BA07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893E9-89A2-4733-8850-E88BAFA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Book and Member store simple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8BEF1-A53F-4B5A-99AE-03AD2F6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7252D-E741-4DA1-87EE-3F0CAEE9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Regular expressions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EC63A-053B-42C1-BED2-028349A3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Check the format of member emails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4F15D-4D05-47FB-87E8-BCDDF47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DC104-476F-44E9-BE2E-A886045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SQLite and random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E3CD8-6D83-48DE-A241-5E283738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Save records; pick sample books and members</a:t>
            </a:r>
          </a:p>
        </p:txBody>
      </p:sp>
    </p:spTree>
    <p:extLst>
      <p:ext uri="{BB962C8B-B14F-4D97-AF65-F5344CB8AC3E}">
        <p14:creationId xmlns:p14="http://schemas.microsoft.com/office/powerpoint/2010/main" val="601660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9D049-4EFC-4179-9A90-E3F8A161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C26C5-FAFA-4855-8C03-8D361F2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601E4-D1C5-4EAC-B0A8-56022E7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Demo data and project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F64EA-2B4C-4370-818F-FFF6B67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F1322-8F30-4FA6-A18B-B5C4A605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LIBRARY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88410-925A-400A-9F1D-ED5F05F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BC458-004C-4E1D-AA82-F393EF2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4EC90-F385-4973-B4A1-1C74C42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F62BF-9234-4543-A353-EBAADF5C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BOOKS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D9328-9123-4D0C-8532-4EDF6ECB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71625"/>
            <a:ext cx="2428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5866B-B71A-4948-B9C6-DA74E5A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14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7D208-1342-41FD-A1D7-367A581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EFDAB-4831-411A-BD2E-C5E42E4C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2428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8AE0E-F10C-4CCA-B972-4690D906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B9251-73B3-4D53-A56E-8E9E9520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BORROWINGS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86EC0-E097-44CF-806D-B7933775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71625"/>
            <a:ext cx="2428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6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AE5AD-2B4B-4B6C-B12C-181360C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4E2C5-6194-4262-B216-880A5466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ACTIVE LOANS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5F990-6273-418A-8072-D129181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92BE5-3CFB-4776-B4A6-24E2275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30 borrowing records  •  20 active loans  •  most borrowed book count: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B6474-C48B-4170-9D85-C32374DE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Team contributions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849EA-259F-4C29-8236-42610A32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Member 1: add name and contribution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EC7D0-1D71-4D86-BD51-D352931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Member 2: add name and contribution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A556F-91A3-40DF-9C42-E378B6D0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A3A"/>
                </a:solidFill>
                <a:latin typeface="Aptos"/>
                <a:ea typeface="Aptos"/>
                <a:cs typeface="Aptos"/>
              </a:rPr>
              <a:t>Member 3: add name and contribution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9F0FC-2359-424A-BE0F-FF948B67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47D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7D7A"/>
                </a:solidFill>
                <a:latin typeface="Aptos"/>
                <a:ea typeface="Aptos"/>
                <a:cs typeface="Aptos"/>
              </a:rPr>
              <a:t>In the defense: display records, search, show statistics, and explain the tables and classes.</a:t>
            </a:r>
          </a:p>
        </p:txBody>
      </p:sp>
    </p:spTree>
    <p:extLst>
      <p:ext uri="{BB962C8B-B14F-4D97-AF65-F5344CB8AC3E}">
        <p14:creationId xmlns:p14="http://schemas.microsoft.com/office/powerpoint/2010/main" val="391687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2026-10-17T09:53:53.2860000Z</dcterms:created>
  <dcterms:modified xsi:type="dcterms:W3CDTF">2026-10-17T09:53:53.2860000Z</dcterms:modified>
</coreProperties>
</file>