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1fb409b7694f1a" /><Relationship Type="http://schemas.openxmlformats.org/officeDocument/2006/relationships/extended-properties" Target="/docProps/app.xml" Id="Rc38f4cda625a4c25" /><Relationship Type="http://schemas.openxmlformats.org/officeDocument/2006/relationships/officeDocument" Target="/ppt/presentation.xml" Id="Ra7419eff937140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e77775d7b947ab"/>
  </p:sldMasterIdLst>
  <p:notesMasterIdLst>
    <p:notesMasterId xmlns:r="http://schemas.openxmlformats.org/officeDocument/2006/relationships" r:id="Rfebf202fde194b20"/>
  </p:notesMasterIdLst>
  <p:sldIdLst>
    <p:sldId xmlns:r="http://schemas.openxmlformats.org/officeDocument/2006/relationships" id="256" r:id="Rd4f7766ff90541a9"/>
    <p:sldId xmlns:r="http://schemas.openxmlformats.org/officeDocument/2006/relationships" id="257" r:id="R442957c3381a4d28"/>
    <p:sldId xmlns:r="http://schemas.openxmlformats.org/officeDocument/2006/relationships" id="258" r:id="R2f089c6d599b4e6d"/>
    <p:sldId xmlns:r="http://schemas.openxmlformats.org/officeDocument/2006/relationships" id="259" r:id="R5cb8973b92844331"/>
    <p:sldId xmlns:r="http://schemas.openxmlformats.org/officeDocument/2006/relationships" id="260" r:id="Rd17742356c3944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92247945804717" /><Relationship Type="http://schemas.openxmlformats.org/officeDocument/2006/relationships/slideMaster" Target="/ppt/slideMasters/slideMaster1.xml" Id="Re9e77775d7b947ab" /><Relationship Type="http://schemas.openxmlformats.org/officeDocument/2006/relationships/notesMaster" Target="/ppt/notesMasters/notesMaster1.xml" Id="Rfebf202fde194b20" /><Relationship Type="http://schemas.openxmlformats.org/officeDocument/2006/relationships/presProps" Target="/ppt/presProps.xml" Id="R8254a69a9cb4496a" /><Relationship Type="http://schemas.openxmlformats.org/officeDocument/2006/relationships/tableStyles" Target="/ppt/tableStyles.xml" Id="R15d8dff8ad0643a1" /><Relationship Type="http://schemas.openxmlformats.org/officeDocument/2006/relationships/slide" Target="/ppt/slides/slide1.xml" Id="Rd4f7766ff90541a9" /><Relationship Type="http://schemas.openxmlformats.org/officeDocument/2006/relationships/slide" Target="/ppt/slides/slide2.xml" Id="R442957c3381a4d28" /><Relationship Type="http://schemas.openxmlformats.org/officeDocument/2006/relationships/slide" Target="/ppt/slides/slide3.xml" Id="R2f089c6d599b4e6d" /><Relationship Type="http://schemas.openxmlformats.org/officeDocument/2006/relationships/slide" Target="/ppt/slides/slide4.xml" Id="R5cb8973b92844331" /><Relationship Type="http://schemas.openxmlformats.org/officeDocument/2006/relationships/slide" Target="/ppt/slides/slide5.xml" Id="Rd17742356c3944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1736440bd64d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9049692f8a4bb7" /><Relationship Type="http://schemas.openxmlformats.org/officeDocument/2006/relationships/notesMaster" Target="/ppt/notesMasters/notesMaster1.xml" Id="R68b0606098d24a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5247383e01476a" /><Relationship Type="http://schemas.openxmlformats.org/officeDocument/2006/relationships/notesMaster" Target="/ppt/notesMasters/notesMaster1.xml" Id="R3220be81911040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1b0e985cf94d6d" /><Relationship Type="http://schemas.openxmlformats.org/officeDocument/2006/relationships/notesMaster" Target="/ppt/notesMasters/notesMaster1.xml" Id="R956a403e2fe94b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9abaad9f7140cc" /><Relationship Type="http://schemas.openxmlformats.org/officeDocument/2006/relationships/notesMaster" Target="/ppt/notesMasters/notesMaster1.xml" Id="R7b966d67572d47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9feafa0a4f4e51" /><Relationship Type="http://schemas.openxmlformats.org/officeDocument/2006/relationships/notesMaster" Target="/ppt/notesMasters/notesMaster1.xml" Id="R2160b0d1f90c47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1c6c941eb64a1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a728bca9f8416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5220e19a044e3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dc332705f64bc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9125ba5544481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a385e0068f4e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B41274-CA9F-4428-8794-0BEB47B3F5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9F65E7F-E669-4EF8-989E-4AF1DE8823F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BFFEAE4-8857-4010-A9A9-D43A475FEF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8D38F6-5536-4781-AA9B-851EF6C607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7EEA21A-4DB7-46A1-A553-2D281AA549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BD9229B-8D8C-4ED5-8D79-EDA0B5A95E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D6ACF74-4B37-42FE-B662-302CE51E8F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7DF57D-25AB-4D04-A7C9-D1152B829CB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6FBBC0-FD59-4E3D-99AD-071A05AC0B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AC14F1F-6D3A-4564-B1A9-0BD81C786C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112c3ed1364a2d" /><Relationship Type="http://schemas.openxmlformats.org/officeDocument/2006/relationships/slideLayout" Target="/ppt/slideLayouts/slideLayout1.xml" Id="Rfd95621726e74bc9" /><Relationship Type="http://schemas.openxmlformats.org/officeDocument/2006/relationships/slideLayout" Target="/ppt/slideLayouts/slideLayout2.xml" Id="Rc3d80859b601433e" /><Relationship Type="http://schemas.openxmlformats.org/officeDocument/2006/relationships/slideLayout" Target="/ppt/slideLayouts/slideLayout3.xml" Id="Rd7778a64fde14f7b" /><Relationship Type="http://schemas.openxmlformats.org/officeDocument/2006/relationships/slideLayout" Target="/ppt/slideLayouts/slideLayout4.xml" Id="R0a2d1bb1a1f74d00" /><Relationship Type="http://schemas.openxmlformats.org/officeDocument/2006/relationships/slideLayout" Target="/ppt/slideLayouts/slideLayout5.xml" Id="Ra108662cd648499a" /><Relationship Type="http://schemas.openxmlformats.org/officeDocument/2006/relationships/slideLayout" Target="/ppt/slideLayouts/slideLayout6.xml" Id="R1a9cf3019002456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95621726e74bc9"/>
    <p:sldLayoutId xmlns:r="http://schemas.openxmlformats.org/officeDocument/2006/relationships" id="2147483650" r:id="Rc3d80859b601433e"/>
    <p:sldLayoutId xmlns:r="http://schemas.openxmlformats.org/officeDocument/2006/relationships" id="2147483651" r:id="Rd7778a64fde14f7b"/>
    <p:sldLayoutId xmlns:r="http://schemas.openxmlformats.org/officeDocument/2006/relationships" id="2147483652" r:id="R0a2d1bb1a1f74d00"/>
    <p:sldLayoutId xmlns:r="http://schemas.openxmlformats.org/officeDocument/2006/relationships" id="2147483653" r:id="Ra108662cd648499a"/>
    <p:sldLayoutId xmlns:r="http://schemas.openxmlformats.org/officeDocument/2006/relationships" id="2147483654" r:id="R1a9cf301900245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a285c07e384ae0" /><Relationship Type="http://schemas.openxmlformats.org/officeDocument/2006/relationships/notesSlide" Target="/ppt/notesSlides/notesSlide1.xml" Id="Rfa1dc921fb9d4c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155d3c9c844b81" /><Relationship Type="http://schemas.openxmlformats.org/officeDocument/2006/relationships/notesSlide" Target="/ppt/notesSlides/notesSlide2.xml" Id="R7cbde9d9a12c4b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a2282470cd4480" /><Relationship Type="http://schemas.openxmlformats.org/officeDocument/2006/relationships/notesSlide" Target="/ppt/notesSlides/notesSlide3.xml" Id="R72d9308b7c8f4d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a4d91a918e4cdf" /><Relationship Type="http://schemas.openxmlformats.org/officeDocument/2006/relationships/notesSlide" Target="/ppt/notesSlides/notesSlide4.xml" Id="Re2a5fe5eb1784e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e9198f1a384710" /><Relationship Type="http://schemas.openxmlformats.org/officeDocument/2006/relationships/notesSlide" Target="/ppt/notesSlides/notesSlide5.xml" Id="R3516363d39a141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4868F-9C8C-42F3-A203-DABA0144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A24CEA-331D-40F9-BDA2-11CA7F11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572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PYTHON MIDTERM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8AB7DD-41A0-4AE9-BA00-E98A95AF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676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Library Management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33DED-D797-4917-A36C-58A9E77D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647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5E1E9"/>
                </a:solidFill>
                <a:latin typeface="Aptos"/>
                <a:ea typeface="Aptos"/>
                <a:cs typeface="Aptos"/>
              </a:rPr>
              <a:t>A simple Python and SQLite console program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B4D2F4-21F6-4A7F-BE08-FA4CB512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Team members: add three names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B7D777-DA62-4E4C-BAF6-B048B755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5E1E9"/>
                </a:solidFill>
                <a:latin typeface="Aptos"/>
                <a:ea typeface="Aptos"/>
                <a:cs typeface="Aptos"/>
              </a:rPr>
              <a:t>October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6224F-5A68-455E-AF5A-68606F8F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428750"/>
            <a:ext cx="2714625" cy="371475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214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D3E419-06E9-4C72-9DBE-85A4064D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5262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6DC2CD-6AB1-4BC1-AC60-3884A84C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1937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5B82A0-5345-4F49-875A-C2E4C6EB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8612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BCE342-BB1D-49C0-B5DA-878FF53C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5287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A13BDE-C5DA-41A4-9E24-997F30EB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071024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465022-E4DF-46EF-A2E4-508F97D4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84D34-D015-42BD-9FAB-012E7F3D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FEATURES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3BDB7-B014-40AC-8C07-0E7CC021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What the program can 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070EA-C929-4598-9042-868B0F76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9C8BF-035F-4544-91C4-00B92104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48633-5B8E-4FCC-8E97-3AFD4C75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076D1-A22A-4A43-9B17-DA8534C0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87ABC-749A-4F75-A7D2-62B49510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01D1C6-3AA6-4E39-AD73-F5C8FABE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716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Add books, members, and borrowing records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767CB-24BE-4693-8813-F8FA294C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5A31B1-1FBD-40AA-9413-2B1C6EA4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A823E0-6A04-4683-9320-550DA959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098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Display books, members, or borrowing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E5DAC1-9D8F-4160-A456-CF5C50E5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17ED7D-E212-4CF1-8F1A-E518727B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B7647-BF2F-498C-9EAF-E7E5318C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4797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Search books by title and members by name or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C251B0-1CE6-454D-A551-B0DE89AA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14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386D44-001A-4333-982A-BB2423D8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147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550535-E4DE-41D0-9426-12DDA5DD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86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Update a book or delete a book / borrowing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326F7-C3EB-4927-9CA2-2783803E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0E6DBC-D43E-4FF0-A500-A3B1EEE7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D356E0-4837-450A-BDFF-292951A9C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243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Show available books and basic statistics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BDCA4D-F3D6-430E-9346-B7B72AEE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925C52-FFBD-41B6-BBBF-1C78A256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022213-6420-4AA2-BD46-D68ED518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Save the summary and borrowing list to results.txt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47EA55-9634-4751-A005-B4E2107C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The menu repeats until the user chooses Exit.</a:t>
            </a:r>
          </a:p>
        </p:txBody>
      </p:sp>
    </p:spTree>
    <p:extLst>
      <p:ext uri="{BB962C8B-B14F-4D97-AF65-F5344CB8AC3E}">
        <p14:creationId xmlns:p14="http://schemas.microsoft.com/office/powerpoint/2010/main" val="1765869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64ADE0-BEF0-4110-95DE-3A32D90E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03042-EE59-4DF3-A504-8B4953BD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9912E-E278-489C-AA2E-A259BBF6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Three related SQLite tables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70F711-AE62-499E-BC6F-D6ACBC7D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ADEFD-B5F9-4BAF-A714-EFE3BF78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5C1D46-42CC-48FC-B540-2222F0BC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886F4-24A7-4D3F-8535-DEE39A02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8BBA5-E18C-4371-B8D0-778D0541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D4E50-1841-40F3-96F8-9FF9FCDA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37D3CD-C0C5-4DF7-BAD5-BE9C4C44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title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author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genre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available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AC97FA-1EEC-4602-8C43-8458C12A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0852C5-F2E5-4CD6-8600-090CF16D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91FEC4-E1E5-438F-9152-0ED9F4DC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D74AB4-8CDD-44BD-87FA-DC949781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borrowing_id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returned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63430B-BB0C-4D97-B57B-30EBB784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38D3CE-A3BE-42CF-A7BE-3371D738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B579C4-F808-47C9-8A52-90E16C49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0BDC5A-9D0F-41AF-A2D1-3019752C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name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email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study program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66644A-6560-4B75-98E1-761C0A60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71825"/>
            <a:ext cx="990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6B78F6-DA86-4914-8A83-23525F31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1 to many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5975BD-D770-46A2-9BCF-B9C328AE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71825"/>
            <a:ext cx="9810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7F032-02B2-4274-8C03-9B4DE28E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many to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055CED-FC74-41B9-ACA2-F98CD5BC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 link each member to a book.</a:t>
            </a:r>
          </a:p>
        </p:txBody>
      </p:sp>
    </p:spTree>
    <p:extLst>
      <p:ext uri="{BB962C8B-B14F-4D97-AF65-F5344CB8AC3E}">
        <p14:creationId xmlns:p14="http://schemas.microsoft.com/office/powerpoint/2010/main" val="15237026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250192-3EF2-494B-AAD2-9F1B321E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E12E8C-FF42-4B2B-8821-56D570D0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WHAT WE LEARNED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08086D-0D59-4E0E-8C0A-ABF7F609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Python concepts used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19438-4B96-4FCB-BEB6-9DBC5657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C8257A-2886-48CA-B90E-32804B23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FCEAC-9AD5-403F-9739-D1D82BCC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7403D-E297-4A3D-A763-B815CAFA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C1F900-45C5-406A-8741-718E9B6E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Basics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F37E95-5C7B-43C3-8D20-787FB5CE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Variables, input, output, and conditions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39409A-CCC7-40F9-B9EF-198D32DC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3830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C08662-D170-4378-B1B4-04FCA129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Loops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D5813F-FD53-448D-812B-975B0B8E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 while loop keeps the menu running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EE90D5-AF1B-47AA-B6B7-7D6599F2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D0DB5-B580-46DD-8B63-00950B17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Functions and files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B5A541-7709-4185-B82D-5D08407C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Functions handle actions; open() writes results.txt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E8EB5E-2EEB-4D76-A9BA-41F718B2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19425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B4D17-69CF-44C6-A08A-BC881479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71825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Classes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F102B5-DC54-427E-8090-D738AA97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4725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 and Member store simple records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CE51C0-A782-4530-A86A-E26950A3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557802-A4EC-4432-AC8E-5CC7382E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Regular expressions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3203C9-72A1-47AE-81EC-72204DA7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9585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Check the format of member emails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97508C-9709-42BC-BDD1-414B6FB1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005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437FBE-B558-41A0-8185-32D85A76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295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SQLite and random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67847E-6EA1-4682-9EE7-B79FD256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9585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Save records; pick sample books and members</a:t>
            </a:r>
          </a:p>
        </p:txBody>
      </p:sp>
    </p:spTree>
    <p:extLst>
      <p:ext uri="{BB962C8B-B14F-4D97-AF65-F5344CB8AC3E}">
        <p14:creationId xmlns:p14="http://schemas.microsoft.com/office/powerpoint/2010/main" val="7919726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628BC1-98F1-4475-9BA7-B51BB061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71C980-D096-4F58-AAE2-7D795023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3E007-53F1-49ED-9DF2-0E15C3D8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Demo data and project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3839F5-AF85-4937-AC48-83B839DC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F10219-2B14-48B3-B6EE-AB797362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C7C739-D0EA-401F-8873-3CF2B06F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C6FC15-8447-48D7-A240-BC1B5BDE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484DF-81FD-4FF7-BE40-BDA971BC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910BAC-A167-49ED-9F1C-CFC7C947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FA25F6-D36C-4192-BCDF-4F8486ED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74A887-C434-4B97-B42D-A66ADDC6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09245-43F7-403B-A355-242F6E7F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97344C-AAEA-4081-BA26-D0E8FCB4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0AE39D-C92D-4E13-803F-B4248B12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B600F0-593D-4838-9CA7-95EC351E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89CD5C-089B-4629-878B-812CD9EA7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1C7744-4D8D-4FB1-896E-FFE6CA0E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18CB6C-75B4-4296-889F-A4CA18F2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ACTIVE LOANS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ACF07D-C1DE-4AAA-BA1C-642F4227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Statistics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6BA378-9F76-4798-91BF-48EAA82F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30 borrowing records  •  12 active loans  •  Python Crash Course: 8 loans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983A2B-7F00-42E6-AB4D-0363C5D2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Team contributions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C0771B-0B4F-4FBA-BDA5-0CE00286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1: add name and contribution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90E2EC-47CF-4795-BE8D-E260B8FA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2: add name and contribution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EEEDBF-B683-49B1-A796-E5A1BF91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3: add name and contribution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C115A2-AA24-45EB-8031-E43A8718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514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In the defense: display records, search, show statistics, and explain the tables and classes.</a:t>
            </a:r>
          </a:p>
        </p:txBody>
      </p:sp>
    </p:spTree>
    <p:extLst>
      <p:ext uri="{BB962C8B-B14F-4D97-AF65-F5344CB8AC3E}">
        <p14:creationId xmlns:p14="http://schemas.microsoft.com/office/powerpoint/2010/main" val="10807668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2026-10-17T15:34:00.0670000Z</dcterms:created>
  <dcterms:modified xsi:type="dcterms:W3CDTF">2026-10-17T15:34:00.0670000Z</dcterms:modified>
</coreProperties>
</file>