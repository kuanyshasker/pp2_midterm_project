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4d17ebde584dbd" /><Relationship Type="http://schemas.openxmlformats.org/officeDocument/2006/relationships/extended-properties" Target="/docProps/app.xml" Id="R961f50c50d3540e6" /><Relationship Type="http://schemas.openxmlformats.org/officeDocument/2006/relationships/officeDocument" Target="/ppt/presentation.xml" Id="Rb64afc15c55045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50b91c985b44b1"/>
  </p:sldMasterIdLst>
  <p:notesMasterIdLst>
    <p:notesMasterId xmlns:r="http://schemas.openxmlformats.org/officeDocument/2006/relationships" r:id="R2928b74f5dfe44a8"/>
  </p:notesMasterIdLst>
  <p:sldIdLst>
    <p:sldId xmlns:r="http://schemas.openxmlformats.org/officeDocument/2006/relationships" id="256" r:id="Rd9f3850555a240d6"/>
    <p:sldId xmlns:r="http://schemas.openxmlformats.org/officeDocument/2006/relationships" id="257" r:id="Re21e4060bd9c4d6b"/>
    <p:sldId xmlns:r="http://schemas.openxmlformats.org/officeDocument/2006/relationships" id="258" r:id="Raf0e610d2c094e82"/>
    <p:sldId xmlns:r="http://schemas.openxmlformats.org/officeDocument/2006/relationships" id="259" r:id="Rab44a220c1d0415f"/>
    <p:sldId xmlns:r="http://schemas.openxmlformats.org/officeDocument/2006/relationships" id="260" r:id="Rc7f86803b70546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2992b626d446d9" /><Relationship Type="http://schemas.openxmlformats.org/officeDocument/2006/relationships/slideMaster" Target="/ppt/slideMasters/slideMaster1.xml" Id="Rec50b91c985b44b1" /><Relationship Type="http://schemas.openxmlformats.org/officeDocument/2006/relationships/notesMaster" Target="/ppt/notesMasters/notesMaster1.xml" Id="R2928b74f5dfe44a8" /><Relationship Type="http://schemas.openxmlformats.org/officeDocument/2006/relationships/presProps" Target="/ppt/presProps.xml" Id="Rcbf6d0ecff0c4b53" /><Relationship Type="http://schemas.openxmlformats.org/officeDocument/2006/relationships/tableStyles" Target="/ppt/tableStyles.xml" Id="Ra8a6b392ee884128" /><Relationship Type="http://schemas.openxmlformats.org/officeDocument/2006/relationships/slide" Target="/ppt/slides/slide1.xml" Id="Rd9f3850555a240d6" /><Relationship Type="http://schemas.openxmlformats.org/officeDocument/2006/relationships/slide" Target="/ppt/slides/slide2.xml" Id="Re21e4060bd9c4d6b" /><Relationship Type="http://schemas.openxmlformats.org/officeDocument/2006/relationships/slide" Target="/ppt/slides/slide3.xml" Id="Raf0e610d2c094e82" /><Relationship Type="http://schemas.openxmlformats.org/officeDocument/2006/relationships/slide" Target="/ppt/slides/slide4.xml" Id="Rab44a220c1d0415f" /><Relationship Type="http://schemas.openxmlformats.org/officeDocument/2006/relationships/slide" Target="/ppt/slides/slide5.xml" Id="Rc7f86803b70546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41238f255943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8456aa53ef4c33" /><Relationship Type="http://schemas.openxmlformats.org/officeDocument/2006/relationships/notesMaster" Target="/ppt/notesMasters/notesMaster1.xml" Id="Rb52424a024ec4c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5a80b70eb44f89" /><Relationship Type="http://schemas.openxmlformats.org/officeDocument/2006/relationships/notesMaster" Target="/ppt/notesMasters/notesMaster1.xml" Id="Rca5ea2813d7340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6129ceeb9644a0" /><Relationship Type="http://schemas.openxmlformats.org/officeDocument/2006/relationships/notesMaster" Target="/ppt/notesMasters/notesMaster1.xml" Id="Rc684360db6144f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828e5473fa42e1" /><Relationship Type="http://schemas.openxmlformats.org/officeDocument/2006/relationships/notesMaster" Target="/ppt/notesMasters/notesMaster1.xml" Id="R934e147eb29542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e13e1bd5ec4ac8" /><Relationship Type="http://schemas.openxmlformats.org/officeDocument/2006/relationships/notesMaster" Target="/ppt/notesMasters/notesMaster1.xml" Id="Rcaee3b8855ef40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51392f3d64c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3f2f3ce3b450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928c29797f41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bb55f3324940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c7ef9fb90447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29155a14540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B8D12C-04CC-443C-991E-6A5FE3EE86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32DB7AD-3160-41FC-BDBC-981B009B8C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6BA8921-33EC-4D14-82EF-8B90ADD67B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556E14-4680-47D3-8E66-F55C00DFCD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941556-1477-4D93-A62E-6A8726086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F2896AC-52FC-426A-8B32-CD05EE156B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C5A5B5-8C67-453B-8AF2-5C5A14FF64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1F4D010-BFC9-4005-84E0-9E781EC943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D9482C-EEDB-478D-A3C6-484EE304B8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6CA029-2E24-4AAC-8A66-3DFDB930D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54d9f3f1db406c" /><Relationship Type="http://schemas.openxmlformats.org/officeDocument/2006/relationships/slideLayout" Target="/ppt/slideLayouts/slideLayout1.xml" Id="R33b40489e2df4d4e" /><Relationship Type="http://schemas.openxmlformats.org/officeDocument/2006/relationships/slideLayout" Target="/ppt/slideLayouts/slideLayout2.xml" Id="Rbb4df6d1ebf74fc1" /><Relationship Type="http://schemas.openxmlformats.org/officeDocument/2006/relationships/slideLayout" Target="/ppt/slideLayouts/slideLayout3.xml" Id="Ref893fe98ab943a5" /><Relationship Type="http://schemas.openxmlformats.org/officeDocument/2006/relationships/slideLayout" Target="/ppt/slideLayouts/slideLayout4.xml" Id="R8a220cf54e814189" /><Relationship Type="http://schemas.openxmlformats.org/officeDocument/2006/relationships/slideLayout" Target="/ppt/slideLayouts/slideLayout5.xml" Id="Rcfd098ea06254919" /><Relationship Type="http://schemas.openxmlformats.org/officeDocument/2006/relationships/slideLayout" Target="/ppt/slideLayouts/slideLayout6.xml" Id="Rb2efee4047fb41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b40489e2df4d4e"/>
    <p:sldLayoutId xmlns:r="http://schemas.openxmlformats.org/officeDocument/2006/relationships" id="2147483650" r:id="Rbb4df6d1ebf74fc1"/>
    <p:sldLayoutId xmlns:r="http://schemas.openxmlformats.org/officeDocument/2006/relationships" id="2147483651" r:id="Ref893fe98ab943a5"/>
    <p:sldLayoutId xmlns:r="http://schemas.openxmlformats.org/officeDocument/2006/relationships" id="2147483652" r:id="R8a220cf54e814189"/>
    <p:sldLayoutId xmlns:r="http://schemas.openxmlformats.org/officeDocument/2006/relationships" id="2147483653" r:id="Rcfd098ea06254919"/>
    <p:sldLayoutId xmlns:r="http://schemas.openxmlformats.org/officeDocument/2006/relationships" id="2147483654" r:id="Rb2efee4047fb41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092bce84b44407" /><Relationship Type="http://schemas.openxmlformats.org/officeDocument/2006/relationships/notesSlide" Target="/ppt/notesSlides/notesSlide1.xml" Id="Racd7ad8c9af247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0a76791e994f5f" /><Relationship Type="http://schemas.openxmlformats.org/officeDocument/2006/relationships/notesSlide" Target="/ppt/notesSlides/notesSlide2.xml" Id="Ree60f80f60cb4e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53d79d24ad4560" /><Relationship Type="http://schemas.openxmlformats.org/officeDocument/2006/relationships/notesSlide" Target="/ppt/notesSlides/notesSlide3.xml" Id="R107bec52390749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da88175cad4d5a" /><Relationship Type="http://schemas.openxmlformats.org/officeDocument/2006/relationships/notesSlide" Target="/ppt/notesSlides/notesSlide4.xml" Id="R6d2b7f9b253c47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cf8940810141bf" /><Relationship Type="http://schemas.openxmlformats.org/officeDocument/2006/relationships/notesSlide" Target="/ppt/notesSlides/notesSlide5.xml" Id="R997671ff9e9847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B5998A-BEC7-4F91-9F1C-F78BF8D6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AC2DE-C1AC-4CC9-AE0D-1F88D1A9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12283-B78C-43EC-BB39-7BC00BAD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76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 Management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53BDB-059B-4079-BB3D-337787C3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A simple Python and SQLite console program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74150-6C72-4463-99E4-C3586AF6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6CA81-229F-4793-B53C-454D134F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70861-EE1F-47B6-B2BB-83D4228A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714625" cy="3714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10D0E-B67B-4B8C-A57E-5937AA76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526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B4BDF-87C2-4A41-BB09-B968ED4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193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08E3CD-A7A4-4333-BA9F-C7E1B078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8E9F1-5A18-4B3A-B58A-05923A13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528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1EFF01-6CA5-4392-99BE-04D6EF3C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03761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F3EDD5-2755-4719-BC4F-0052357B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113B1-FD5D-41BB-B40B-09972529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235FF-9C28-4739-AC5D-D9EFB5D5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What the program can 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36FE93-E967-4CA1-95DB-D86F8DC5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E51DA6-EE05-4A98-B9C6-68B606E0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2DABA-6CB9-48FE-8322-248775EC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FD322-2A2A-48A9-9FC3-05879148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7F97D-582E-49C2-B0F1-5C6D31D6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2F459-864C-4235-B094-08623060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books, members, and borrowing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F1247-909A-477A-AB0F-35EE57BC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55C54-7751-4ABE-97B2-C35F9B5E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10B4B-13F2-48C9-B3C7-C40B58D1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books, members, or borrowing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39B5E-7492-42A4-AC9C-8127B61A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46D2F-0C8C-4692-92CA-271AEF19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9F82B-CBB0-4E03-9345-34F71E6B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479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B360A-B172-4201-BDE0-5DD223F0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2E9F22-4A79-4DE7-8448-8E8610DE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C5AA1-6A8C-4D80-8CC0-AED9E7A5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a book or delete a book / borrowing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0717E6-C6AC-4882-83B9-9123D651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A957FC-E8AB-494A-BE60-71E269AD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D0591-DBCA-4A50-AF87-D03BC2DF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available books and basic statistics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460F59-8E23-469A-984A-D53FDBFC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E5747D-9BE8-461E-A48C-29953153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8FE6F5-2918-4A46-AF8D-B9A4BB50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the summary and borrowing list to results.txt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2CF02F-F346-4BF6-A7AB-C9C6C21A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The menu repeats until the user chooses Exit.</a:t>
            </a:r>
          </a:p>
        </p:txBody>
      </p:sp>
    </p:spTree>
    <p:extLst>
      <p:ext uri="{BB962C8B-B14F-4D97-AF65-F5344CB8AC3E}">
        <p14:creationId xmlns:p14="http://schemas.microsoft.com/office/powerpoint/2010/main" val="16146124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56B1E-9B2D-4AD5-A6DD-A781FDE4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C6DE3C-4AA7-4A6E-AE95-8CC5F2C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263EC-35C2-4BB7-947D-702B23E3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related SQLite tables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631F9-9DB5-418E-9E1E-288F2CB9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50A4E-B058-4D5F-A816-ED810B8F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4D3DE-5B6D-4E36-BBCD-B114E71E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DF3D5-DB85-4572-B8DC-2812FFF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8C130-CB83-4141-8DD7-43FD2310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509AE-0944-4BE2-B51A-B083908C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6A76E-F05C-4788-995F-377F29D9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author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genre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E7DA55-A16D-4437-9579-4CB2813C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E88CF-A3B9-4722-83E2-7C370387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668C0-7A56-45CE-96EE-11AE82FF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AC3B8A-1F90-4DBC-AE72-16A7AAA7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41056-F16C-44F1-8882-0365E0EB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75CC5-BD48-4522-83F1-4D5CB390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0D982-8673-4D4F-990D-26447390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2A1D5-68D7-4DEA-8522-78350025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name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study program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64548B-9AA5-427C-A8EA-24ADAB99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60B922-4551-46E8-9564-C6656EE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to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8B0A7C-7CB0-4CA6-AF3F-2714380C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71825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9DF38B-69A9-49EF-B0DF-2B74A053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to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12F1C-DB0B-48BF-A6ED-A6A2D703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 link each member to a book.</a:t>
            </a:r>
          </a:p>
        </p:txBody>
      </p:sp>
    </p:spTree>
    <p:extLst>
      <p:ext uri="{BB962C8B-B14F-4D97-AF65-F5344CB8AC3E}">
        <p14:creationId xmlns:p14="http://schemas.microsoft.com/office/powerpoint/2010/main" val="20312824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A8C240-0330-494D-ACFD-23866B5D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ABDB5-086B-4D4D-BE56-C2B7405D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0A268-FCCE-4D68-8179-EE5F5E21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CD29D-CB21-4CBE-829E-1A2AB516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54C74-2D1B-4384-B3DD-22DCBAF1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7A624-FB16-4813-A570-3A3E243F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202E0-FCAC-4F70-B8AD-A7618AE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70F8A6-9444-45A2-A879-665B9403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Basics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02F281-4CDE-4169-BE3D-CC275F0D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Variables, input, output, and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60FAC1-7BE5-4DAA-80CE-851362C3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56E0A-AA58-4136-8781-89A44852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210C9-D883-4229-8457-F7352B95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 while loop keeps the menu running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E831D-349A-4959-9D11-1B1EED35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7A06C-038A-4569-AC34-87CBB721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 and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B585E-CAFE-4C74-A2ED-6B5DEF26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Functions handle actions; open() writes results.txt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012EF-7978-406F-9520-3FF5406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2EB00-C72C-4BAC-9D0C-ED40D52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Classes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0383B6-7C1F-4FE3-A5A6-2FCB5FFE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store simple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27B07-D9B3-430F-B0AF-6E8F0B16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4BF062-FA2C-4E4F-A053-E5FD183E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Regular expressions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D5E5EE-8DC1-4EB1-8C2A-17228BE5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Check the format of member emails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23C42-BBF7-45FC-8957-4DA954B9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719A0-693E-4056-B745-517A7852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SQLite and random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975909-67B6-4FDA-B60F-3CDCB50A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records; pick sample books and members</a:t>
            </a:r>
          </a:p>
        </p:txBody>
      </p:sp>
    </p:spTree>
    <p:extLst>
      <p:ext uri="{BB962C8B-B14F-4D97-AF65-F5344CB8AC3E}">
        <p14:creationId xmlns:p14="http://schemas.microsoft.com/office/powerpoint/2010/main" val="1123404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167219-E2A3-423A-B52E-85BCECDB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92155-54F9-4D66-A4A3-A3FCB5FD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47EFE-5152-4BCC-A122-FDA4A588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Demo data and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D1D75-8F78-43B1-962D-AC4D6256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5FA3E-B4B4-45F2-AD95-169356F6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2EE95-AF5C-41A5-840E-0932701F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9A809-C4AA-4E6B-92C0-F10607D7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D5A23-AAF5-4F88-AEF2-02C0D27A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D57F1-CCB4-4519-9ADF-F7813970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012C4B-6064-4D42-A127-5F893365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510984-A797-4E7D-8E77-CEF1C2B8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83F84-1C1A-4FBB-BC66-0882F11C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8754D-021F-4B04-8A20-EAD2BAF1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C39C4-D6FA-4A65-9625-EADFE013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9E4FB-94A0-4913-B88C-1045DCE9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E5AEA-7D84-4A38-8E25-0DD903CD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01377-4551-4A9C-9F7D-DBD4835C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AFFC83-52C4-481A-94E7-8AA9AD3E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7F02B-EBD0-4E1E-9577-6622BF64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05AEB-5314-4B9E-AE4B-434A9E55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100 borrowing records  •  25 active loans  •  Python Crash Course: 14 loans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BECB2F-D9CC-4806-9919-3E0D1054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contributions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3B8007-2741-4A75-A4E3-49680FA8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1: add name and contribution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128FAB-B323-4265-8E69-0603C75F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2: add name and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CA93C2-92FE-4FCF-9BEF-38C5AF8C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3: add name and contribution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F1188C-C7B1-4E83-8FCF-29D19E60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In the defense: display records, search, show statistics, and explain the tables and classes.</a:t>
            </a:r>
          </a:p>
        </p:txBody>
      </p:sp>
    </p:spTree>
    <p:extLst>
      <p:ext uri="{BB962C8B-B14F-4D97-AF65-F5344CB8AC3E}">
        <p14:creationId xmlns:p14="http://schemas.microsoft.com/office/powerpoint/2010/main" val="5474051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2026-10-17T15:22:03.2090000Z</dcterms:created>
  <dcterms:modified xsi:type="dcterms:W3CDTF">2026-10-17T15:22:03.2090000Z</dcterms:modified>
</coreProperties>
</file>