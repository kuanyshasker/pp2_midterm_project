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be904147d7469c" /><Relationship Type="http://schemas.openxmlformats.org/officeDocument/2006/relationships/extended-properties" Target="/docProps/app.xml" Id="R222b6a9e751b4108" /><Relationship Type="http://schemas.openxmlformats.org/officeDocument/2006/relationships/officeDocument" Target="/ppt/presentation.xml" Id="Rc45ec586816b4c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a49fed696b4e8d"/>
  </p:sldMasterIdLst>
  <p:notesMasterIdLst>
    <p:notesMasterId xmlns:r="http://schemas.openxmlformats.org/officeDocument/2006/relationships" r:id="Rd174cde55e82445c"/>
  </p:notesMasterIdLst>
  <p:sldIdLst>
    <p:sldId xmlns:r="http://schemas.openxmlformats.org/officeDocument/2006/relationships" id="256" r:id="R2972596aecd944d6"/>
    <p:sldId xmlns:r="http://schemas.openxmlformats.org/officeDocument/2006/relationships" id="257" r:id="R53b5a27886bb466f"/>
    <p:sldId xmlns:r="http://schemas.openxmlformats.org/officeDocument/2006/relationships" id="258" r:id="R228cbdba59f643b7"/>
    <p:sldId xmlns:r="http://schemas.openxmlformats.org/officeDocument/2006/relationships" id="259" r:id="R9b84e991110f49ea"/>
    <p:sldId xmlns:r="http://schemas.openxmlformats.org/officeDocument/2006/relationships" id="260" r:id="R83e7a045920b42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bdd22b5b244b51" /><Relationship Type="http://schemas.openxmlformats.org/officeDocument/2006/relationships/slideMaster" Target="/ppt/slideMasters/slideMaster1.xml" Id="Rfda49fed696b4e8d" /><Relationship Type="http://schemas.openxmlformats.org/officeDocument/2006/relationships/notesMaster" Target="/ppt/notesMasters/notesMaster1.xml" Id="Rd174cde55e82445c" /><Relationship Type="http://schemas.openxmlformats.org/officeDocument/2006/relationships/presProps" Target="/ppt/presProps.xml" Id="Rdb74ab8d5b994c1c" /><Relationship Type="http://schemas.openxmlformats.org/officeDocument/2006/relationships/tableStyles" Target="/ppt/tableStyles.xml" Id="R89ffb4e10e6841dc" /><Relationship Type="http://schemas.openxmlformats.org/officeDocument/2006/relationships/slide" Target="/ppt/slides/slide1.xml" Id="R2972596aecd944d6" /><Relationship Type="http://schemas.openxmlformats.org/officeDocument/2006/relationships/slide" Target="/ppt/slides/slide2.xml" Id="R53b5a27886bb466f" /><Relationship Type="http://schemas.openxmlformats.org/officeDocument/2006/relationships/slide" Target="/ppt/slides/slide3.xml" Id="R228cbdba59f643b7" /><Relationship Type="http://schemas.openxmlformats.org/officeDocument/2006/relationships/slide" Target="/ppt/slides/slide4.xml" Id="R9b84e991110f49ea" /><Relationship Type="http://schemas.openxmlformats.org/officeDocument/2006/relationships/slide" Target="/ppt/slides/slide5.xml" Id="R83e7a045920b42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d2bb518bf149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3cd3ea93b44dfd" /><Relationship Type="http://schemas.openxmlformats.org/officeDocument/2006/relationships/notesMaster" Target="/ppt/notesMasters/notesMaster1.xml" Id="R2989a7eea7104d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367de5e3a44d06" /><Relationship Type="http://schemas.openxmlformats.org/officeDocument/2006/relationships/notesMaster" Target="/ppt/notesMasters/notesMaster1.xml" Id="R1d4ce6b2b8e644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901afb416a414b" /><Relationship Type="http://schemas.openxmlformats.org/officeDocument/2006/relationships/notesMaster" Target="/ppt/notesMasters/notesMaster1.xml" Id="Rd8fd57cc28644fc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6a490daf2c74e69" /><Relationship Type="http://schemas.openxmlformats.org/officeDocument/2006/relationships/notesMaster" Target="/ppt/notesMasters/notesMaster1.xml" Id="R734bdfa856b145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1060dac0be415d" /><Relationship Type="http://schemas.openxmlformats.org/officeDocument/2006/relationships/notesMaster" Target="/ppt/notesMasters/notesMaster1.xml" Id="Ra93571a4dd414e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089d96cad449a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ff2d8ef947478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86df195f754a5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727b07e36442b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49b15a446e415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c61b1b09f44d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C0C0D9C-4826-4FC7-B67A-767A58FAA0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2862A66-1C4B-45DC-98C1-1538A803AF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1D32813-1956-4D41-83B7-5A2779D29F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D294EA-ACE2-4995-A0F4-5072172DD7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ED09107-B1E6-48AD-B7AD-ABF86CF47D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744EF8C-BF60-4BAD-AC13-F5522D09A9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6CDAA2-3AAF-4E79-ADA2-B0AE97AAA3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802B4B0-D708-4D0D-8D43-ACBA125080D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DB445C-8699-4CCD-BD6D-12AB14296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C3A4486-8752-4924-8397-F0184B3662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c30c5ec88f4b8d" /><Relationship Type="http://schemas.openxmlformats.org/officeDocument/2006/relationships/slideLayout" Target="/ppt/slideLayouts/slideLayout1.xml" Id="R83d74c923449493e" /><Relationship Type="http://schemas.openxmlformats.org/officeDocument/2006/relationships/slideLayout" Target="/ppt/slideLayouts/slideLayout2.xml" Id="R0e0db99fea43488c" /><Relationship Type="http://schemas.openxmlformats.org/officeDocument/2006/relationships/slideLayout" Target="/ppt/slideLayouts/slideLayout3.xml" Id="R9808c89a28e34d3c" /><Relationship Type="http://schemas.openxmlformats.org/officeDocument/2006/relationships/slideLayout" Target="/ppt/slideLayouts/slideLayout4.xml" Id="Rbbb1e25a502e4c98" /><Relationship Type="http://schemas.openxmlformats.org/officeDocument/2006/relationships/slideLayout" Target="/ppt/slideLayouts/slideLayout5.xml" Id="Rd92a6b0623cd41bb" /><Relationship Type="http://schemas.openxmlformats.org/officeDocument/2006/relationships/slideLayout" Target="/ppt/slideLayouts/slideLayout6.xml" Id="Rfcfd4809ec324e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d74c923449493e"/>
    <p:sldLayoutId xmlns:r="http://schemas.openxmlformats.org/officeDocument/2006/relationships" id="2147483650" r:id="R0e0db99fea43488c"/>
    <p:sldLayoutId xmlns:r="http://schemas.openxmlformats.org/officeDocument/2006/relationships" id="2147483651" r:id="R9808c89a28e34d3c"/>
    <p:sldLayoutId xmlns:r="http://schemas.openxmlformats.org/officeDocument/2006/relationships" id="2147483652" r:id="Rbbb1e25a502e4c98"/>
    <p:sldLayoutId xmlns:r="http://schemas.openxmlformats.org/officeDocument/2006/relationships" id="2147483653" r:id="Rd92a6b0623cd41bb"/>
    <p:sldLayoutId xmlns:r="http://schemas.openxmlformats.org/officeDocument/2006/relationships" id="2147483654" r:id="Rfcfd4809ec324e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38d44b02fd489e" /><Relationship Type="http://schemas.openxmlformats.org/officeDocument/2006/relationships/notesSlide" Target="/ppt/notesSlides/notesSlide1.xml" Id="R634857997d1343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02768825754b86" /><Relationship Type="http://schemas.openxmlformats.org/officeDocument/2006/relationships/notesSlide" Target="/ppt/notesSlides/notesSlide2.xml" Id="R65aa79704a884e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4789bc28594b31" /><Relationship Type="http://schemas.openxmlformats.org/officeDocument/2006/relationships/notesSlide" Target="/ppt/notesSlides/notesSlide3.xml" Id="R3acda26bfd0040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97605490fe4cd6" /><Relationship Type="http://schemas.openxmlformats.org/officeDocument/2006/relationships/notesSlide" Target="/ppt/notesSlides/notesSlide4.xml" Id="R015b0aae77dd4d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82f8e8bb894051" /><Relationship Type="http://schemas.openxmlformats.org/officeDocument/2006/relationships/notesSlide" Target="/ppt/notesSlides/notesSlide5.xml" Id="R38921dedbc78406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A71B2B-2C3C-4DEE-BF21-BF5FB3AF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A6782-3520-49C5-ADE4-4C2CE17C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572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PYTHON MIDTERM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E5C2A-4369-482A-A2D6-09EBC816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676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Library Management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72D86F-C1A6-4759-AA88-8C0534A0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647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5E1E9"/>
                </a:solidFill>
                <a:latin typeface="Aptos"/>
                <a:ea typeface="Aptos"/>
                <a:cs typeface="Aptos"/>
              </a:rPr>
              <a:t>A simple Python and SQLite console program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8BEEC-DE90-4059-9A23-2C49FDD7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Team members: add three names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07CFD-5550-4432-B320-89A1082E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5E1E9"/>
                </a:solidFill>
                <a:latin typeface="Aptos"/>
                <a:ea typeface="Aptos"/>
                <a:cs typeface="Aptos"/>
              </a:rPr>
              <a:t>October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178085-A6B4-4B84-BA3C-F539EBDA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428750"/>
            <a:ext cx="2714625" cy="371475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214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229E0D-7EBA-4E7B-A92E-399EC6ED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5262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4BC699-B7D0-4C63-BC1D-35637CF6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1937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6DF692-218A-40E2-B37B-40E15755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8612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FE3211-E817-4ABC-B250-083BDC24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5287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B6DA3-1FA6-4E0D-8C74-F3268CAD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239689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029D17-60E7-4B08-9B82-3538C32B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ADB6E-03A5-4D61-85D0-F6A18F50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FEATURES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DCFBE-73D0-4E73-8539-C246F573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What the program can 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C49D59-16DD-4207-98AB-A574B824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B512E-1018-4052-8D69-BC8CF10A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3C1DBB-2D02-4D3A-B5E7-D12B02F3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AB9E5D-999A-4BBD-A6C1-15A319FE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FEBFAB-3BC8-49E4-8C87-C0AA750D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E1B5C4-B794-414C-ABA4-24CB34D3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716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Add books, members, and borrowing records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A2982D-2634-4EFA-9778-B944F6A2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3A264F-7093-4CBB-8209-6E65457B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48AA7C-E062-45EA-94EF-2FA088BC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098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Display books, members, or borrowing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9DACB8-2E30-4846-A577-074F2C3C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BADE26-D635-45C1-B070-A9081100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100143-AB05-4EBD-AAFD-F30973C5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4797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Search books by title and members by name or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992439-D1BD-471D-A948-0B2FF9C0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14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E9904A-6748-47DB-84B1-B2669956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147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8CE6AE-EB0D-4D0E-896D-47F73845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86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Update a book or delete a book / borrowing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EF74D2-7441-43D0-B603-E2832FDB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CA720-DFB5-4662-B745-6EA804B2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473236-E0F6-426B-BE87-C6947C9D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243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Show available books and basic statistics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ECDD00-16E2-4A10-AEC1-7BDE2FA3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5182AA-AEC1-4E11-9282-C56450A3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4DDB3A-EAA4-4DFC-803D-0889A47E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Save the summary and borrowing list to results.txt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F0EDDF-92F2-4318-9548-A379B4B1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The menu repeats until the user chooses Exit.</a:t>
            </a:r>
          </a:p>
        </p:txBody>
      </p:sp>
    </p:spTree>
    <p:extLst>
      <p:ext uri="{BB962C8B-B14F-4D97-AF65-F5344CB8AC3E}">
        <p14:creationId xmlns:p14="http://schemas.microsoft.com/office/powerpoint/2010/main" val="11864343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783890-ACC2-47CA-915C-AA554752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D3E747-EE47-4FD0-B21E-E693BF17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0B57E-567E-46E2-8FE2-6CD6630C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Three related SQLite tables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C40F5-1F60-4F3D-910F-75DECBED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743A1-D5B4-4393-BF30-5A8FC5EE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818AFB-5487-438F-8F39-EAF89C0C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E4F66D-8A23-468D-87E4-13F5ECAD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0D8EDA-76EB-4F40-B5D9-1D83DB2D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3B20D2-E08F-4676-B8E4-C4BDA05D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F74944-7D12-40A1-9EAE-B05913FB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title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author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genre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available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5AFAA3-0D80-4EA6-BED6-093CE6DD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3BE48B-43C4-42D7-BD10-6F106960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BE1DF-34CA-46B4-8DE3-2C3C1EC2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2BA99B-5F7E-41BD-B366-D5E4EF16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borrowing_id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returned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75AC7B-914D-428F-92C1-9C98891C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4F229D-8860-49F5-908F-8175CC8A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F48890-5687-45C9-988D-FABA798B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EFA1E6-A679-41B2-A226-74025EE3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name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email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study program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EC0A5D-F8EC-4A62-B44A-7E9F58B8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71825"/>
            <a:ext cx="990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838259-E283-4CF0-A923-3DD55DB0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1 to many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509FCB-7C64-4837-91E8-3292FC6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71825"/>
            <a:ext cx="9810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DBBEC3-0A05-43D5-BCC9-214C599B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many to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F66781-1E5D-4D62-993B-816E5F78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 link each member to a book.</a:t>
            </a:r>
          </a:p>
        </p:txBody>
      </p:sp>
    </p:spTree>
    <p:extLst>
      <p:ext uri="{BB962C8B-B14F-4D97-AF65-F5344CB8AC3E}">
        <p14:creationId xmlns:p14="http://schemas.microsoft.com/office/powerpoint/2010/main" val="10939813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59E0D4-950C-4B0D-A7D0-DA39C912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DC139E-630A-4729-A1FF-7F278216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WHAT WE LEARNED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CC92D-71A0-40FB-825B-1CA26D07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Python concepts used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759A0-A8EE-404E-9435-925283B9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9556E2-A8E5-4176-977A-E5415543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79158-C765-493F-998C-2A0E582F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95F0F3-B151-4453-AD0F-AA03BBBB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502137-B25D-49A1-9F53-4B1CF443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Basics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E775F-EB3F-4F75-BD0E-E6E933E2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Variables, input, output, and conditions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A45CD8-CF20-4B93-B01B-3EBBD6C2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3830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214F2-61D2-48AA-B890-C08434CB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Loops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291F8-9C5A-44EC-9C8C-BB35A103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 while loop keeps the menu running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D6EE98-F090-4208-9F07-25A6D9E0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964496-3D29-4C2F-BE1F-D61940A0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Functions and files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800509-00FA-4272-B472-FDBC0425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Functions handle actions; open() writes results.txt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477FE8-EA0E-4A8A-9F65-02028696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19425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55A89B-01FB-4B65-B4C0-4EDD5CE3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71825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Classes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82CBC7-E463-4837-9882-8C94CAD4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4725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 and Member store simple records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EBD88E-F619-458B-8C96-45C00E95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588EFC-0AB6-41B0-ADB4-26CF68F6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Regular expressions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B6586A-38BB-48C0-AB3B-EA55C8EA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9585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Check the format of member emails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F9C9DC-C830-4052-A5E1-0D5005D6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005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A78A2-1711-4CBE-B0E0-9555DEB0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295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SQLite and random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C4A79C-5FE7-433F-9272-768AF1CB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9585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Save records; select sample members</a:t>
            </a:r>
          </a:p>
        </p:txBody>
      </p:sp>
    </p:spTree>
    <p:extLst>
      <p:ext uri="{BB962C8B-B14F-4D97-AF65-F5344CB8AC3E}">
        <p14:creationId xmlns:p14="http://schemas.microsoft.com/office/powerpoint/2010/main" val="13493114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148727-64DA-4B1B-A1B9-A2F58D1A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FE428-8EA7-4BD5-AE18-0337946A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A7437-0682-4ADE-81BC-9F949D84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Demo data and project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EECC4-4276-43C4-B768-E24F4A3C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69BFB3-EA15-4609-9B5A-470B999F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C0127-83FA-4811-9BAE-02C7CCD8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53F96-F120-4E65-9709-8610962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DB55A-EDE5-4E34-8225-1CB599BA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CABA34-D040-4DC0-A0E4-10DCFA9A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B5A3E-0A2C-456F-9E04-BD1CE20E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FF56BA-9038-4C3A-A904-2D713EA6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6493D8-3618-4498-95F8-36B4663B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6522D4-22B4-4A21-B403-5B0D857D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BE0FD4-42F8-4184-8135-5B54E76A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B64822-4131-49A0-A7D0-4D927473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D726D3-6191-4BF0-AAD0-5C5DFAB5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40FAC3-FBC0-42A2-A3C8-FBA8D3BA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43076C-FA37-4513-9D0E-2C7B487F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ACTIVE LOANS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C6913B-6E66-43AB-B5DD-899D4D20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Statistics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69ED5-3BD3-4E1E-91C1-97C7D5E0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30 borrowing records  •  12 active loans  •  Python Crash Course: 8 loans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10016-C06B-413D-A706-020302AF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Team contributions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4978A3-CDDC-4E85-B055-AA8E5074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1: add name and contribution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679131-2179-4AAA-AE29-2D6C3774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2: add name and contribution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0B23DE-7D85-4A37-AA03-917FB10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3: add name and contribution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DB9ABC-9A61-4303-9554-97C2E4FC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514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In the defense: display records, search, show statistics, and explain the tables and classes.</a:t>
            </a:r>
          </a:p>
        </p:txBody>
      </p:sp>
    </p:spTree>
    <p:extLst>
      <p:ext uri="{BB962C8B-B14F-4D97-AF65-F5344CB8AC3E}">
        <p14:creationId xmlns:p14="http://schemas.microsoft.com/office/powerpoint/2010/main" val="7028015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2026-10-17T16:06:03.7610000Z</dcterms:created>
  <dcterms:modified xsi:type="dcterms:W3CDTF">2026-10-17T16:06:03.7610000Z</dcterms:modified>
</coreProperties>
</file>