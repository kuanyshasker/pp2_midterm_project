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f8fe0952444d9c" /><Relationship Type="http://schemas.openxmlformats.org/officeDocument/2006/relationships/extended-properties" Target="/docProps/app.xml" Id="R72deb9a788c04264" /><Relationship Type="http://schemas.openxmlformats.org/officeDocument/2006/relationships/officeDocument" Target="/ppt/presentation.xml" Id="R6c7ce07cdf3f44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279dc9bbb74fca"/>
  </p:sldMasterIdLst>
  <p:notesMasterIdLst>
    <p:notesMasterId xmlns:r="http://schemas.openxmlformats.org/officeDocument/2006/relationships" r:id="R5174cae511184519"/>
  </p:notesMasterIdLst>
  <p:sldIdLst>
    <p:sldId xmlns:r="http://schemas.openxmlformats.org/officeDocument/2006/relationships" id="256" r:id="R30a17699a4bf4e2c"/>
    <p:sldId xmlns:r="http://schemas.openxmlformats.org/officeDocument/2006/relationships" id="257" r:id="R457d6575bfa649df"/>
    <p:sldId xmlns:r="http://schemas.openxmlformats.org/officeDocument/2006/relationships" id="258" r:id="R230d3472cae74759"/>
    <p:sldId xmlns:r="http://schemas.openxmlformats.org/officeDocument/2006/relationships" id="259" r:id="R369b96a6899d4877"/>
    <p:sldId xmlns:r="http://schemas.openxmlformats.org/officeDocument/2006/relationships" id="260" r:id="Rd74d799672694d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53810663a143bd" /><Relationship Type="http://schemas.openxmlformats.org/officeDocument/2006/relationships/slideMaster" Target="/ppt/slideMasters/slideMaster1.xml" Id="Rce279dc9bbb74fca" /><Relationship Type="http://schemas.openxmlformats.org/officeDocument/2006/relationships/notesMaster" Target="/ppt/notesMasters/notesMaster1.xml" Id="R5174cae511184519" /><Relationship Type="http://schemas.openxmlformats.org/officeDocument/2006/relationships/presProps" Target="/ppt/presProps.xml" Id="R0481323bac944464" /><Relationship Type="http://schemas.openxmlformats.org/officeDocument/2006/relationships/tableStyles" Target="/ppt/tableStyles.xml" Id="Rad14b42892af4da3" /><Relationship Type="http://schemas.openxmlformats.org/officeDocument/2006/relationships/slide" Target="/ppt/slides/slide1.xml" Id="R30a17699a4bf4e2c" /><Relationship Type="http://schemas.openxmlformats.org/officeDocument/2006/relationships/slide" Target="/ppt/slides/slide2.xml" Id="R457d6575bfa649df" /><Relationship Type="http://schemas.openxmlformats.org/officeDocument/2006/relationships/slide" Target="/ppt/slides/slide3.xml" Id="R230d3472cae74759" /><Relationship Type="http://schemas.openxmlformats.org/officeDocument/2006/relationships/slide" Target="/ppt/slides/slide4.xml" Id="R369b96a6899d4877" /><Relationship Type="http://schemas.openxmlformats.org/officeDocument/2006/relationships/slide" Target="/ppt/slides/slide5.xml" Id="Rd74d799672694d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221f32487048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460c06c3fd441e" /><Relationship Type="http://schemas.openxmlformats.org/officeDocument/2006/relationships/notesMaster" Target="/ppt/notesMasters/notesMaster1.xml" Id="R0e3a0cc33ea648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09cc768a634f79" /><Relationship Type="http://schemas.openxmlformats.org/officeDocument/2006/relationships/notesMaster" Target="/ppt/notesMasters/notesMaster1.xml" Id="Re2dfe62502534f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4f41a687ec40cd" /><Relationship Type="http://schemas.openxmlformats.org/officeDocument/2006/relationships/notesMaster" Target="/ppt/notesMasters/notesMaster1.xml" Id="R9ffe776eadd64a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23e10148d04bef" /><Relationship Type="http://schemas.openxmlformats.org/officeDocument/2006/relationships/notesMaster" Target="/ppt/notesMasters/notesMaster1.xml" Id="R279009cbbff94a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6fc74943074d9e" /><Relationship Type="http://schemas.openxmlformats.org/officeDocument/2006/relationships/notesMaster" Target="/ppt/notesMasters/notesMaster1.xml" Id="R5584171fc9f241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4744a82c044c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be71940e9540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34f283cff34eb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bed8e15ead47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9bf6b1a3aa45c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95474223da4d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58F1E79-5EE8-45F7-B6DC-BAE875180D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CBC1AAF-BADE-48AA-A994-2980EAE8B2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F1B5027-64F4-46A0-8124-F45EC485EB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AD4A9B-6538-40A4-B8D2-4A56F675DB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A94D85A-7899-47A6-9200-D36DE7539F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760F92-8774-421A-B838-C5A6D3A1E0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1C1759-E783-4F38-8A09-5658DD52D0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2DA3DDF-29B2-4E04-9A85-88A02628DAF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07D1B1-E57D-439B-80E5-E373BABCD3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8BA69B6-209B-4153-8A85-1E14E0E23A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21666dc28e4710" /><Relationship Type="http://schemas.openxmlformats.org/officeDocument/2006/relationships/slideLayout" Target="/ppt/slideLayouts/slideLayout1.xml" Id="R5d9394d5c7f74b2a" /><Relationship Type="http://schemas.openxmlformats.org/officeDocument/2006/relationships/slideLayout" Target="/ppt/slideLayouts/slideLayout2.xml" Id="Redfc73be6e7b4fbd" /><Relationship Type="http://schemas.openxmlformats.org/officeDocument/2006/relationships/slideLayout" Target="/ppt/slideLayouts/slideLayout3.xml" Id="R7e7cd8d3aa41403c" /><Relationship Type="http://schemas.openxmlformats.org/officeDocument/2006/relationships/slideLayout" Target="/ppt/slideLayouts/slideLayout4.xml" Id="R27b15fac099d4d26" /><Relationship Type="http://schemas.openxmlformats.org/officeDocument/2006/relationships/slideLayout" Target="/ppt/slideLayouts/slideLayout5.xml" Id="R72ecdc7863654695" /><Relationship Type="http://schemas.openxmlformats.org/officeDocument/2006/relationships/slideLayout" Target="/ppt/slideLayouts/slideLayout6.xml" Id="R43a940e47cde45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9394d5c7f74b2a"/>
    <p:sldLayoutId xmlns:r="http://schemas.openxmlformats.org/officeDocument/2006/relationships" id="2147483650" r:id="Redfc73be6e7b4fbd"/>
    <p:sldLayoutId xmlns:r="http://schemas.openxmlformats.org/officeDocument/2006/relationships" id="2147483651" r:id="R7e7cd8d3aa41403c"/>
    <p:sldLayoutId xmlns:r="http://schemas.openxmlformats.org/officeDocument/2006/relationships" id="2147483652" r:id="R27b15fac099d4d26"/>
    <p:sldLayoutId xmlns:r="http://schemas.openxmlformats.org/officeDocument/2006/relationships" id="2147483653" r:id="R72ecdc7863654695"/>
    <p:sldLayoutId xmlns:r="http://schemas.openxmlformats.org/officeDocument/2006/relationships" id="2147483654" r:id="R43a940e47cde45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a38344de984dc3" /><Relationship Type="http://schemas.openxmlformats.org/officeDocument/2006/relationships/notesSlide" Target="/ppt/notesSlides/notesSlide1.xml" Id="R01c031fc35f440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ff3db15cd64808" /><Relationship Type="http://schemas.openxmlformats.org/officeDocument/2006/relationships/notesSlide" Target="/ppt/notesSlides/notesSlide2.xml" Id="R0d0d13b3f7fd43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10d0acec6a4417" /><Relationship Type="http://schemas.openxmlformats.org/officeDocument/2006/relationships/notesSlide" Target="/ppt/notesSlides/notesSlide3.xml" Id="R57692a507c8245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54683c1c034d74" /><Relationship Type="http://schemas.openxmlformats.org/officeDocument/2006/relationships/notesSlide" Target="/ppt/notesSlides/notesSlide4.xml" Id="R655ced7e2ce542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a4c91339394232" /><Relationship Type="http://schemas.openxmlformats.org/officeDocument/2006/relationships/notesSlide" Target="/ppt/notesSlides/notesSlide5.xml" Id="Rc852e40b6c724f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3F0C3D-1B93-4630-91DC-72C3F92A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85F0F-A835-4F90-960B-3A7C69F4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PYTHON MIDTERM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C33C0-E712-49ED-B916-89F25311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76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Library Management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608F1D-1261-4ACC-AF07-F7586D91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A simple Python and SQLite console program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578A9-F387-4EBA-87D7-8016ABFD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members: add three names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B4F5E-81F0-4FBF-8A66-3B42993A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ED3DF-7EB8-4ABA-AC93-F46E311D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28750"/>
            <a:ext cx="2714625" cy="3714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214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D3CAFA-CB1B-470B-8969-0E4FF918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526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781DD-D85F-420E-9427-8873BC66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193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58C36-1E83-46B5-983A-C5592EBC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861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B970B-E305-4681-9312-F4212977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528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32168E-8913-422E-9342-6DDACA0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570231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0E54E7-3806-4DD0-8F8A-4509CA79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1BD498-81B8-4B73-8812-6783145F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FEATURES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B9B8D3-287E-46A4-8C9C-53DB9C4D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What the program can 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D0EAF-E723-44F6-B6AA-EBA677BD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B98C4-044E-476E-A438-BEC56E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F8C72-7A1A-488E-9440-A1BE83BF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B6E8E-6369-46E3-A1D1-12E26C8E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A13C3-1E9F-49A5-AA9C-4074D698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D5DC1-E28B-4615-B69D-36A8FDCA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716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Add books, members, and borrowing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17B66-8246-401B-BAE6-4E24369F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8885D-C6B7-4725-843C-5A652746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B91D2-C64F-40B7-897B-7646423D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98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Display books, members, or borrowing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3922EB-0EDF-41F3-B8F7-4D3FCC91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EE30C0-3980-4562-8B95-0AF2C3F9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63FDA-09D3-4509-8D0C-6D7A0B2E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4797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Search books by title and members by name or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717D3-A0F4-4F87-891A-7A24706E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12AC95-0764-4DAB-8F44-CD86C64E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C6F627-C286-40BA-A78D-DF017A96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Update a book or delete a book / borrowing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DBA21C-9BB2-4FDB-9256-3B9260B9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71F38-0F2B-460A-8422-525F234D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D71FBE-1F7A-4B52-AF6E-60004482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Show available books and basic statistics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0FC933-8E88-4EEC-BE9A-2A767484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C933C4-434F-4851-BD6A-3F3EE89D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DF1C9F-191C-4482-991D-EB32D9CF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the summary and borrowing list to results.txt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2972AC-CD25-4AB1-8B6F-B03F9DDC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The menu repeats until the user chooses Exit.</a:t>
            </a:r>
          </a:p>
        </p:txBody>
      </p:sp>
    </p:spTree>
    <p:extLst>
      <p:ext uri="{BB962C8B-B14F-4D97-AF65-F5344CB8AC3E}">
        <p14:creationId xmlns:p14="http://schemas.microsoft.com/office/powerpoint/2010/main" val="1491753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CD7F82-FC91-4BC7-8739-19BF0267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4611B-D3B6-4371-83FF-811A0818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3D153-9EB9-453F-9D54-6D73761A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Three related SQLite tables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E2796-145B-4A70-AB02-0DFF032B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59C19-3287-40BE-B8C3-F4780CF6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627AE-12A6-43B8-B5CA-1DA3C723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D7537-4EAA-498C-AA4B-290200CE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9CC66-8C63-4552-9B91-9AFD1494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C9546-F340-48F9-9409-8FB04EDF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43EF5-CD43-4908-9821-FE074499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title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author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genre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97CF80-81C1-4C0A-826E-1EC39012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136A7C-30A6-4883-B464-94C845E8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94CD8C-9D3A-470B-9BA2-298ADD94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FCA6C5-8993-48F8-BA9F-82569EA2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borrowing_id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borrowed / due / returned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11652B-5F64-44CA-A4E8-61EBEC91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6B12DE-60EA-49F6-9478-5481CF84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018282-072B-4C95-9FFF-A3418AD2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632383-67B2-4987-B913-4539851F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name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email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study program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B4C851-EA5F-4043-B658-BB8ADE6A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990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89543D-D47C-47AE-8F7F-19754BBA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1 to many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C08AB5-FD86-4C1C-8610-53AFD908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71825"/>
            <a:ext cx="981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4EF41-BD90-461B-9749-CDFF047B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many to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40499A-8F24-499B-8C25-40D758FB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 link each member to a book.</a:t>
            </a:r>
          </a:p>
        </p:txBody>
      </p:sp>
    </p:spTree>
    <p:extLst>
      <p:ext uri="{BB962C8B-B14F-4D97-AF65-F5344CB8AC3E}">
        <p14:creationId xmlns:p14="http://schemas.microsoft.com/office/powerpoint/2010/main" val="9803927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690C28-C5AE-4707-B2A6-F7D14835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5BB04-64FE-49FD-82E3-36C98889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4FE3A-CD52-4E07-B01D-0B9293E8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Python concepts used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A4602-9C9A-4364-B957-252B60DF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714F69-FB77-40C3-8844-EC56027F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654E6-FAC4-4271-9665-60718944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73D08-62A7-4E0C-8B83-DEADE0ED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E0CEB-07BA-422B-8B7D-F88DE4C0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Basics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02A8E-492A-4BCE-BA17-542988BC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Variables, input, output, and conditions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00588-2402-4947-8055-704D0323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317DF-D60F-41FE-BF58-C9C4D316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Loops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22933-43F6-49B1-B321-78743980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 while loop keeps the menu running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3B2AE0-4DC8-4AD0-B281-917415B1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11E542-38B2-4A9F-AEEB-9745596A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Functions and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333AD0-92AF-4636-9041-FAB7DED5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Functions handle actions; open() writes results.txt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CF565D-2DEB-4CC9-BFE9-0FD18B17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BDAD4F-D860-4201-AE7F-6DF719CA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Classes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FDAB10-E5B4-4345-B951-86D8D1E2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 and Member store simple records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C8716D-8506-4A3F-962F-446B889C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BD98E0-D516-4EC9-8FC5-66436298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Regular expressions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9AFF85-92FF-4A81-A606-05560747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Check the format of member emails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1F37D9-E106-4BB8-B29A-C11C72E1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F80D2D-181D-4A5B-BBDD-059F67D9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SQLite and random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635787-A3BF-465D-B5DC-8585236B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records; pick sample books and members</a:t>
            </a:r>
          </a:p>
        </p:txBody>
      </p:sp>
    </p:spTree>
    <p:extLst>
      <p:ext uri="{BB962C8B-B14F-4D97-AF65-F5344CB8AC3E}">
        <p14:creationId xmlns:p14="http://schemas.microsoft.com/office/powerpoint/2010/main" val="1907488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95BB39-1884-429B-8A31-1CFB9F2A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4630E9-648C-4E01-8AC8-FF0E7152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D6505-D359-4EFE-875C-13B62274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Demo data and project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1F1E9-D769-406B-A567-7B88E6EE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81379-404D-4284-93E8-A7FCC898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4102FC-608C-4CBA-968C-D5157FAB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437BD2-D61A-4B85-9CBD-6A898837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34186-D4EE-4025-831A-909C1C9A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F5FE0-2FD8-4378-9D30-0D3FC23E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3F6F6-DAB1-4A7D-A2B0-A1C83E4E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4F0888-E7EB-487B-9418-8AC93C51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372BA0-68B8-47B3-944C-754F9AC6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08FFB6-0628-44CE-8FBC-9984A796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24486-35E2-4FB8-9F57-3AC9F6D8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2709C3-5079-4A54-9CA1-FA03F55D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3EC312-0557-4FEB-9396-BD3CC80D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6037C-B20D-4E28-BC78-D788D5B5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CECBF4-3F27-498E-90F1-DAC7B821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ACTIVE LOANS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C4A7D-2382-44BA-8166-FEBCF444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83EDB2-4462-45C3-A257-CDA364DE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100 borrowing records  •  25 active loans  •  Python Crash Course: 14 loans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BD9813-3C93-4348-89BE-9BE7D4C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contributions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4654EE-8637-4246-879E-61DA8F1B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1: add name and contribution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3B4729-CE73-422E-8047-B41D97A6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2: add name and contribution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18239F-6EC8-424B-BCD4-3CBF01F4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3: add name and contribution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A7CE5D-1ECE-425B-BF90-C6A48F7C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In the defense: display records, search, show statistics, and explain the tables and classes.</a:t>
            </a:r>
          </a:p>
        </p:txBody>
      </p:sp>
    </p:spTree>
    <p:extLst>
      <p:ext uri="{BB962C8B-B14F-4D97-AF65-F5344CB8AC3E}">
        <p14:creationId xmlns:p14="http://schemas.microsoft.com/office/powerpoint/2010/main" val="2347111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2026-10-17T10:14:37.0750000Z</dcterms:created>
  <dcterms:modified xsi:type="dcterms:W3CDTF">2026-10-17T10:14:37.0750000Z</dcterms:modified>
</coreProperties>
</file>